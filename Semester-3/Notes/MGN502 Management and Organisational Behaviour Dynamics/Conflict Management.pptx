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3"/>
  </p:notesMasterIdLst>
  <p:sldIdLst>
    <p:sldId id="874" r:id="rId3"/>
    <p:sldId id="399" r:id="rId4"/>
    <p:sldId id="346" r:id="rId5"/>
    <p:sldId id="891" r:id="rId6"/>
    <p:sldId id="881" r:id="rId7"/>
    <p:sldId id="882" r:id="rId8"/>
    <p:sldId id="895" r:id="rId9"/>
    <p:sldId id="415" r:id="rId10"/>
    <p:sldId id="901" r:id="rId11"/>
    <p:sldId id="261" r:id="rId12"/>
    <p:sldId id="351" r:id="rId13"/>
    <p:sldId id="352" r:id="rId14"/>
    <p:sldId id="353" r:id="rId15"/>
    <p:sldId id="354" r:id="rId16"/>
    <p:sldId id="880" r:id="rId17"/>
    <p:sldId id="884" r:id="rId18"/>
    <p:sldId id="902" r:id="rId19"/>
    <p:sldId id="883" r:id="rId20"/>
    <p:sldId id="897" r:id="rId21"/>
    <p:sldId id="898" r:id="rId22"/>
    <p:sldId id="893" r:id="rId23"/>
    <p:sldId id="899" r:id="rId24"/>
    <p:sldId id="875" r:id="rId25"/>
    <p:sldId id="896" r:id="rId26"/>
    <p:sldId id="892" r:id="rId27"/>
    <p:sldId id="900" r:id="rId28"/>
    <p:sldId id="879" r:id="rId29"/>
    <p:sldId id="886" r:id="rId30"/>
    <p:sldId id="889" r:id="rId31"/>
    <p:sldId id="89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4D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921EEB-EF09-4F9C-89C8-827634D5DC5C}" type="doc">
      <dgm:prSet loTypeId="urn:microsoft.com/office/officeart/2005/8/layout/radial5" loCatId="cycle" qsTypeId="urn:microsoft.com/office/officeart/2005/8/quickstyle/simple1" qsCatId="simple" csTypeId="urn:microsoft.com/office/officeart/2005/8/colors/colorful1" csCatId="colorful" phldr="1"/>
      <dgm:spPr/>
      <dgm:t>
        <a:bodyPr/>
        <a:lstStyle/>
        <a:p>
          <a:endParaRPr lang="en-US"/>
        </a:p>
      </dgm:t>
    </dgm:pt>
    <dgm:pt modelId="{B5F00E97-C9B1-4987-8DEC-1FCC09AAD6CE}">
      <dgm:prSet phldrT="[Text]"/>
      <dgm:spPr/>
      <dgm:t>
        <a:bodyPr/>
        <a:lstStyle/>
        <a:p>
          <a:r>
            <a:rPr lang="en-US" dirty="0"/>
            <a:t>Conflict</a:t>
          </a:r>
        </a:p>
      </dgm:t>
    </dgm:pt>
    <dgm:pt modelId="{8753BB0B-8CA2-458F-8FB9-4AFA2D621E04}" type="parTrans" cxnId="{3AB01BBF-AD83-4033-9B7F-259D8582A552}">
      <dgm:prSet/>
      <dgm:spPr/>
      <dgm:t>
        <a:bodyPr/>
        <a:lstStyle/>
        <a:p>
          <a:endParaRPr lang="en-US"/>
        </a:p>
      </dgm:t>
    </dgm:pt>
    <dgm:pt modelId="{87F23AC0-97E5-4C7A-BA51-6576E3812DDB}" type="sibTrans" cxnId="{3AB01BBF-AD83-4033-9B7F-259D8582A552}">
      <dgm:prSet/>
      <dgm:spPr/>
      <dgm:t>
        <a:bodyPr/>
        <a:lstStyle/>
        <a:p>
          <a:endParaRPr lang="en-US"/>
        </a:p>
      </dgm:t>
    </dgm:pt>
    <dgm:pt modelId="{91FDA6B2-A6EC-43B4-A980-27D5D1281DF0}">
      <dgm:prSet phldrT="[Text]" custT="1"/>
      <dgm:spPr/>
      <dgm:t>
        <a:bodyPr/>
        <a:lstStyle/>
        <a:p>
          <a:r>
            <a:rPr lang="en-US" sz="1400" dirty="0"/>
            <a:t>Different goals &amp; time horizons</a:t>
          </a:r>
        </a:p>
      </dgm:t>
    </dgm:pt>
    <dgm:pt modelId="{CDF7CE3C-23A4-406C-9473-8E6520B135F8}" type="parTrans" cxnId="{3AF1BD32-7A82-480E-B663-346D1558A3FE}">
      <dgm:prSet/>
      <dgm:spPr/>
      <dgm:t>
        <a:bodyPr/>
        <a:lstStyle/>
        <a:p>
          <a:endParaRPr lang="en-US"/>
        </a:p>
      </dgm:t>
    </dgm:pt>
    <dgm:pt modelId="{B2B8C91C-049E-42FE-B52B-3BF80CB6F5F5}" type="sibTrans" cxnId="{3AF1BD32-7A82-480E-B663-346D1558A3FE}">
      <dgm:prSet/>
      <dgm:spPr/>
      <dgm:t>
        <a:bodyPr/>
        <a:lstStyle/>
        <a:p>
          <a:endParaRPr lang="en-US"/>
        </a:p>
      </dgm:t>
    </dgm:pt>
    <dgm:pt modelId="{4364EE1E-9479-44DD-83D9-F61239C31B11}">
      <dgm:prSet phldrT="[Text]" custT="1"/>
      <dgm:spPr/>
      <dgm:t>
        <a:bodyPr/>
        <a:lstStyle/>
        <a:p>
          <a:r>
            <a:rPr lang="en-US" sz="1400" dirty="0"/>
            <a:t>Overlapping Authority</a:t>
          </a:r>
        </a:p>
      </dgm:t>
    </dgm:pt>
    <dgm:pt modelId="{4A79DEA5-8990-4284-A2C3-6B920A7DA661}" type="parTrans" cxnId="{F6D1D5C0-6112-400D-BEE7-BBE485FC1732}">
      <dgm:prSet/>
      <dgm:spPr/>
      <dgm:t>
        <a:bodyPr/>
        <a:lstStyle/>
        <a:p>
          <a:endParaRPr lang="en-US"/>
        </a:p>
      </dgm:t>
    </dgm:pt>
    <dgm:pt modelId="{99C3DC6B-9260-4629-B6C7-E5E30E3B4F39}" type="sibTrans" cxnId="{F6D1D5C0-6112-400D-BEE7-BBE485FC1732}">
      <dgm:prSet/>
      <dgm:spPr/>
      <dgm:t>
        <a:bodyPr/>
        <a:lstStyle/>
        <a:p>
          <a:endParaRPr lang="en-US"/>
        </a:p>
      </dgm:t>
    </dgm:pt>
    <dgm:pt modelId="{B0F6B57E-DE0A-46C1-B0FA-AFD8EFD69A45}">
      <dgm:prSet phldrT="[Text]" custT="1"/>
      <dgm:spPr/>
      <dgm:t>
        <a:bodyPr/>
        <a:lstStyle/>
        <a:p>
          <a:r>
            <a:rPr lang="en-US" sz="1400" dirty="0"/>
            <a:t>Task Interdependency</a:t>
          </a:r>
        </a:p>
      </dgm:t>
    </dgm:pt>
    <dgm:pt modelId="{5AF1EB8C-273B-4B01-AE30-E45F8E5F66DE}" type="parTrans" cxnId="{90447681-2679-49B1-8EC8-9262305F9709}">
      <dgm:prSet/>
      <dgm:spPr/>
      <dgm:t>
        <a:bodyPr/>
        <a:lstStyle/>
        <a:p>
          <a:endParaRPr lang="en-US"/>
        </a:p>
      </dgm:t>
    </dgm:pt>
    <dgm:pt modelId="{52B2E32E-1EBD-48A8-9595-3979F71A1834}" type="sibTrans" cxnId="{90447681-2679-49B1-8EC8-9262305F9709}">
      <dgm:prSet/>
      <dgm:spPr/>
      <dgm:t>
        <a:bodyPr/>
        <a:lstStyle/>
        <a:p>
          <a:endParaRPr lang="en-US"/>
        </a:p>
      </dgm:t>
    </dgm:pt>
    <dgm:pt modelId="{6A0392A2-CC6A-42C4-8432-6407E534D87F}">
      <dgm:prSet phldrT="[Text]"/>
      <dgm:spPr/>
      <dgm:t>
        <a:bodyPr/>
        <a:lstStyle/>
        <a:p>
          <a:r>
            <a:rPr lang="en-US" dirty="0"/>
            <a:t>Scarce Resources</a:t>
          </a:r>
        </a:p>
      </dgm:t>
    </dgm:pt>
    <dgm:pt modelId="{380FBEFF-0F2A-413E-9CC9-B0D794E83734}" type="parTrans" cxnId="{2E899611-131D-457E-AD79-3675DFFD0E98}">
      <dgm:prSet/>
      <dgm:spPr/>
      <dgm:t>
        <a:bodyPr/>
        <a:lstStyle/>
        <a:p>
          <a:endParaRPr lang="en-US"/>
        </a:p>
      </dgm:t>
    </dgm:pt>
    <dgm:pt modelId="{A88F9AF7-B804-46AE-B930-A3D0A72EE4D6}" type="sibTrans" cxnId="{2E899611-131D-457E-AD79-3675DFFD0E98}">
      <dgm:prSet/>
      <dgm:spPr/>
      <dgm:t>
        <a:bodyPr/>
        <a:lstStyle/>
        <a:p>
          <a:endParaRPr lang="en-US"/>
        </a:p>
      </dgm:t>
    </dgm:pt>
    <dgm:pt modelId="{73E89007-44CA-41DE-8ECA-7F43A209F13B}">
      <dgm:prSet custT="1"/>
      <dgm:spPr/>
      <dgm:t>
        <a:bodyPr/>
        <a:lstStyle/>
        <a:p>
          <a:r>
            <a:rPr lang="en-US" sz="1400" dirty="0"/>
            <a:t>Incompatible evaluation and Reward</a:t>
          </a:r>
        </a:p>
      </dgm:t>
    </dgm:pt>
    <dgm:pt modelId="{2AA47564-00FB-47A1-AF07-EFC4AE53C8D0}" type="parTrans" cxnId="{27B1AD3F-7509-4E1B-8D4E-827AA6B286B9}">
      <dgm:prSet/>
      <dgm:spPr/>
      <dgm:t>
        <a:bodyPr/>
        <a:lstStyle/>
        <a:p>
          <a:endParaRPr lang="en-US"/>
        </a:p>
      </dgm:t>
    </dgm:pt>
    <dgm:pt modelId="{1AB7B56B-6C3D-4632-AEB7-DAC601F097C9}" type="sibTrans" cxnId="{27B1AD3F-7509-4E1B-8D4E-827AA6B286B9}">
      <dgm:prSet/>
      <dgm:spPr/>
      <dgm:t>
        <a:bodyPr/>
        <a:lstStyle/>
        <a:p>
          <a:endParaRPr lang="en-US"/>
        </a:p>
      </dgm:t>
    </dgm:pt>
    <dgm:pt modelId="{A314E535-C89D-40BC-A4DE-BAFF512F3597}">
      <dgm:prSet/>
      <dgm:spPr/>
      <dgm:t>
        <a:bodyPr/>
        <a:lstStyle/>
        <a:p>
          <a:r>
            <a:rPr lang="en-US" dirty="0"/>
            <a:t>Status inconsistency</a:t>
          </a:r>
        </a:p>
      </dgm:t>
    </dgm:pt>
    <dgm:pt modelId="{B7D81595-06BC-4EDE-9DA5-F32C0929A7B1}" type="parTrans" cxnId="{F4D3E66B-80D0-407E-BF4A-6D939D6A3A53}">
      <dgm:prSet/>
      <dgm:spPr/>
      <dgm:t>
        <a:bodyPr/>
        <a:lstStyle/>
        <a:p>
          <a:endParaRPr lang="en-US"/>
        </a:p>
      </dgm:t>
    </dgm:pt>
    <dgm:pt modelId="{304A2589-BA6F-487C-B0C3-7BD39E8C5C68}" type="sibTrans" cxnId="{F4D3E66B-80D0-407E-BF4A-6D939D6A3A53}">
      <dgm:prSet/>
      <dgm:spPr/>
      <dgm:t>
        <a:bodyPr/>
        <a:lstStyle/>
        <a:p>
          <a:endParaRPr lang="en-US"/>
        </a:p>
      </dgm:t>
    </dgm:pt>
    <dgm:pt modelId="{E0DC75D0-8743-40E1-9382-F7DBF1879132}" type="pres">
      <dgm:prSet presAssocID="{50921EEB-EF09-4F9C-89C8-827634D5DC5C}" presName="Name0" presStyleCnt="0">
        <dgm:presLayoutVars>
          <dgm:chMax val="1"/>
          <dgm:dir/>
          <dgm:animLvl val="ctr"/>
          <dgm:resizeHandles val="exact"/>
        </dgm:presLayoutVars>
      </dgm:prSet>
      <dgm:spPr/>
    </dgm:pt>
    <dgm:pt modelId="{110B818C-564B-4BB4-86E3-970878EEE23F}" type="pres">
      <dgm:prSet presAssocID="{B5F00E97-C9B1-4987-8DEC-1FCC09AAD6CE}" presName="centerShape" presStyleLbl="node0" presStyleIdx="0" presStyleCnt="1"/>
      <dgm:spPr/>
    </dgm:pt>
    <dgm:pt modelId="{F3038C4D-9DE3-49E3-91E2-66AE6BC060B6}" type="pres">
      <dgm:prSet presAssocID="{CDF7CE3C-23A4-406C-9473-8E6520B135F8}" presName="parTrans" presStyleLbl="sibTrans2D1" presStyleIdx="0" presStyleCnt="6"/>
      <dgm:spPr/>
    </dgm:pt>
    <dgm:pt modelId="{38C11C68-3437-40BE-BC7F-E00F3D36DF94}" type="pres">
      <dgm:prSet presAssocID="{CDF7CE3C-23A4-406C-9473-8E6520B135F8}" presName="connectorText" presStyleLbl="sibTrans2D1" presStyleIdx="0" presStyleCnt="6"/>
      <dgm:spPr/>
    </dgm:pt>
    <dgm:pt modelId="{9F217503-AA2B-4D25-A4BD-E982DCA59AF3}" type="pres">
      <dgm:prSet presAssocID="{91FDA6B2-A6EC-43B4-A980-27D5D1281DF0}" presName="node" presStyleLbl="node1" presStyleIdx="0" presStyleCnt="6">
        <dgm:presLayoutVars>
          <dgm:bulletEnabled val="1"/>
        </dgm:presLayoutVars>
      </dgm:prSet>
      <dgm:spPr/>
    </dgm:pt>
    <dgm:pt modelId="{11A41A68-B879-4461-8CCA-574D30C0FB6B}" type="pres">
      <dgm:prSet presAssocID="{4A79DEA5-8990-4284-A2C3-6B920A7DA661}" presName="parTrans" presStyleLbl="sibTrans2D1" presStyleIdx="1" presStyleCnt="6"/>
      <dgm:spPr/>
    </dgm:pt>
    <dgm:pt modelId="{25882706-3E08-4603-93AF-0BCAD2111BCB}" type="pres">
      <dgm:prSet presAssocID="{4A79DEA5-8990-4284-A2C3-6B920A7DA661}" presName="connectorText" presStyleLbl="sibTrans2D1" presStyleIdx="1" presStyleCnt="6"/>
      <dgm:spPr/>
    </dgm:pt>
    <dgm:pt modelId="{151EDDE9-12FC-4BCD-8FFE-94EC5912E716}" type="pres">
      <dgm:prSet presAssocID="{4364EE1E-9479-44DD-83D9-F61239C31B11}" presName="node" presStyleLbl="node1" presStyleIdx="1" presStyleCnt="6">
        <dgm:presLayoutVars>
          <dgm:bulletEnabled val="1"/>
        </dgm:presLayoutVars>
      </dgm:prSet>
      <dgm:spPr/>
    </dgm:pt>
    <dgm:pt modelId="{A244850B-1F56-4339-8766-A584670509FC}" type="pres">
      <dgm:prSet presAssocID="{2AA47564-00FB-47A1-AF07-EFC4AE53C8D0}" presName="parTrans" presStyleLbl="sibTrans2D1" presStyleIdx="2" presStyleCnt="6"/>
      <dgm:spPr/>
    </dgm:pt>
    <dgm:pt modelId="{FD19665D-0E18-4B79-9F27-B58BAFFCD0A5}" type="pres">
      <dgm:prSet presAssocID="{2AA47564-00FB-47A1-AF07-EFC4AE53C8D0}" presName="connectorText" presStyleLbl="sibTrans2D1" presStyleIdx="2" presStyleCnt="6"/>
      <dgm:spPr/>
    </dgm:pt>
    <dgm:pt modelId="{32BFD09B-0681-4CAF-8DC1-57380AD6DAAF}" type="pres">
      <dgm:prSet presAssocID="{73E89007-44CA-41DE-8ECA-7F43A209F13B}" presName="node" presStyleLbl="node1" presStyleIdx="2" presStyleCnt="6">
        <dgm:presLayoutVars>
          <dgm:bulletEnabled val="1"/>
        </dgm:presLayoutVars>
      </dgm:prSet>
      <dgm:spPr/>
    </dgm:pt>
    <dgm:pt modelId="{0B3469A5-463B-4C95-AC1C-A1DF66CF7D85}" type="pres">
      <dgm:prSet presAssocID="{5AF1EB8C-273B-4B01-AE30-E45F8E5F66DE}" presName="parTrans" presStyleLbl="sibTrans2D1" presStyleIdx="3" presStyleCnt="6"/>
      <dgm:spPr/>
    </dgm:pt>
    <dgm:pt modelId="{0E163187-374C-46BB-983D-599CCA953335}" type="pres">
      <dgm:prSet presAssocID="{5AF1EB8C-273B-4B01-AE30-E45F8E5F66DE}" presName="connectorText" presStyleLbl="sibTrans2D1" presStyleIdx="3" presStyleCnt="6"/>
      <dgm:spPr/>
    </dgm:pt>
    <dgm:pt modelId="{A11940C4-50A0-4A6A-AF00-1E205980A2F7}" type="pres">
      <dgm:prSet presAssocID="{B0F6B57E-DE0A-46C1-B0FA-AFD8EFD69A45}" presName="node" presStyleLbl="node1" presStyleIdx="3" presStyleCnt="6">
        <dgm:presLayoutVars>
          <dgm:bulletEnabled val="1"/>
        </dgm:presLayoutVars>
      </dgm:prSet>
      <dgm:spPr/>
    </dgm:pt>
    <dgm:pt modelId="{757439C3-DC5A-4A10-8767-60ED7EC57633}" type="pres">
      <dgm:prSet presAssocID="{380FBEFF-0F2A-413E-9CC9-B0D794E83734}" presName="parTrans" presStyleLbl="sibTrans2D1" presStyleIdx="4" presStyleCnt="6"/>
      <dgm:spPr/>
    </dgm:pt>
    <dgm:pt modelId="{999A85CD-C88D-4825-AAAE-91560375A643}" type="pres">
      <dgm:prSet presAssocID="{380FBEFF-0F2A-413E-9CC9-B0D794E83734}" presName="connectorText" presStyleLbl="sibTrans2D1" presStyleIdx="4" presStyleCnt="6"/>
      <dgm:spPr/>
    </dgm:pt>
    <dgm:pt modelId="{3438FB90-7C44-41E3-A216-929AA8D6441F}" type="pres">
      <dgm:prSet presAssocID="{6A0392A2-CC6A-42C4-8432-6407E534D87F}" presName="node" presStyleLbl="node1" presStyleIdx="4" presStyleCnt="6">
        <dgm:presLayoutVars>
          <dgm:bulletEnabled val="1"/>
        </dgm:presLayoutVars>
      </dgm:prSet>
      <dgm:spPr/>
    </dgm:pt>
    <dgm:pt modelId="{D020618E-6A79-4F40-89ED-C156B56BC868}" type="pres">
      <dgm:prSet presAssocID="{B7D81595-06BC-4EDE-9DA5-F32C0929A7B1}" presName="parTrans" presStyleLbl="sibTrans2D1" presStyleIdx="5" presStyleCnt="6"/>
      <dgm:spPr/>
    </dgm:pt>
    <dgm:pt modelId="{5173FB47-B2B8-410A-B080-0A99D40A05D9}" type="pres">
      <dgm:prSet presAssocID="{B7D81595-06BC-4EDE-9DA5-F32C0929A7B1}" presName="connectorText" presStyleLbl="sibTrans2D1" presStyleIdx="5" presStyleCnt="6"/>
      <dgm:spPr/>
    </dgm:pt>
    <dgm:pt modelId="{CAF01AC9-EE77-450B-BCF5-356225B2DF27}" type="pres">
      <dgm:prSet presAssocID="{A314E535-C89D-40BC-A4DE-BAFF512F3597}" presName="node" presStyleLbl="node1" presStyleIdx="5" presStyleCnt="6">
        <dgm:presLayoutVars>
          <dgm:bulletEnabled val="1"/>
        </dgm:presLayoutVars>
      </dgm:prSet>
      <dgm:spPr/>
    </dgm:pt>
  </dgm:ptLst>
  <dgm:cxnLst>
    <dgm:cxn modelId="{CFF68909-6611-4F6A-AAB9-8AED2EA13854}" type="presOf" srcId="{A314E535-C89D-40BC-A4DE-BAFF512F3597}" destId="{CAF01AC9-EE77-450B-BCF5-356225B2DF27}" srcOrd="0" destOrd="0" presId="urn:microsoft.com/office/officeart/2005/8/layout/radial5"/>
    <dgm:cxn modelId="{2E899611-131D-457E-AD79-3675DFFD0E98}" srcId="{B5F00E97-C9B1-4987-8DEC-1FCC09AAD6CE}" destId="{6A0392A2-CC6A-42C4-8432-6407E534D87F}" srcOrd="4" destOrd="0" parTransId="{380FBEFF-0F2A-413E-9CC9-B0D794E83734}" sibTransId="{A88F9AF7-B804-46AE-B930-A3D0A72EE4D6}"/>
    <dgm:cxn modelId="{0B345318-4BE3-43B3-8ACC-B4BEDB748BCE}" type="presOf" srcId="{4364EE1E-9479-44DD-83D9-F61239C31B11}" destId="{151EDDE9-12FC-4BCD-8FFE-94EC5912E716}" srcOrd="0" destOrd="0" presId="urn:microsoft.com/office/officeart/2005/8/layout/radial5"/>
    <dgm:cxn modelId="{054DEA21-2085-4F6B-A547-FBEA405835AF}" type="presOf" srcId="{50921EEB-EF09-4F9C-89C8-827634D5DC5C}" destId="{E0DC75D0-8743-40E1-9382-F7DBF1879132}" srcOrd="0" destOrd="0" presId="urn:microsoft.com/office/officeart/2005/8/layout/radial5"/>
    <dgm:cxn modelId="{655FE82B-97C4-4846-AD56-D670658B2224}" type="presOf" srcId="{91FDA6B2-A6EC-43B4-A980-27D5D1281DF0}" destId="{9F217503-AA2B-4D25-A4BD-E982DCA59AF3}" srcOrd="0" destOrd="0" presId="urn:microsoft.com/office/officeart/2005/8/layout/radial5"/>
    <dgm:cxn modelId="{3AF1BD32-7A82-480E-B663-346D1558A3FE}" srcId="{B5F00E97-C9B1-4987-8DEC-1FCC09AAD6CE}" destId="{91FDA6B2-A6EC-43B4-A980-27D5D1281DF0}" srcOrd="0" destOrd="0" parTransId="{CDF7CE3C-23A4-406C-9473-8E6520B135F8}" sibTransId="{B2B8C91C-049E-42FE-B52B-3BF80CB6F5F5}"/>
    <dgm:cxn modelId="{83413434-87A9-443A-A7FC-78A1446F798E}" type="presOf" srcId="{73E89007-44CA-41DE-8ECA-7F43A209F13B}" destId="{32BFD09B-0681-4CAF-8DC1-57380AD6DAAF}" srcOrd="0" destOrd="0" presId="urn:microsoft.com/office/officeart/2005/8/layout/radial5"/>
    <dgm:cxn modelId="{27B1AD3F-7509-4E1B-8D4E-827AA6B286B9}" srcId="{B5F00E97-C9B1-4987-8DEC-1FCC09AAD6CE}" destId="{73E89007-44CA-41DE-8ECA-7F43A209F13B}" srcOrd="2" destOrd="0" parTransId="{2AA47564-00FB-47A1-AF07-EFC4AE53C8D0}" sibTransId="{1AB7B56B-6C3D-4632-AEB7-DAC601F097C9}"/>
    <dgm:cxn modelId="{C918005D-51F2-4FDA-9AEE-CEEB03939F63}" type="presOf" srcId="{5AF1EB8C-273B-4B01-AE30-E45F8E5F66DE}" destId="{0B3469A5-463B-4C95-AC1C-A1DF66CF7D85}" srcOrd="0" destOrd="0" presId="urn:microsoft.com/office/officeart/2005/8/layout/radial5"/>
    <dgm:cxn modelId="{F4D3E66B-80D0-407E-BF4A-6D939D6A3A53}" srcId="{B5F00E97-C9B1-4987-8DEC-1FCC09AAD6CE}" destId="{A314E535-C89D-40BC-A4DE-BAFF512F3597}" srcOrd="5" destOrd="0" parTransId="{B7D81595-06BC-4EDE-9DA5-F32C0929A7B1}" sibTransId="{304A2589-BA6F-487C-B0C3-7BD39E8C5C68}"/>
    <dgm:cxn modelId="{0E112C6C-4C4F-42D5-B089-675E50A81356}" type="presOf" srcId="{4A79DEA5-8990-4284-A2C3-6B920A7DA661}" destId="{11A41A68-B879-4461-8CCA-574D30C0FB6B}" srcOrd="0" destOrd="0" presId="urn:microsoft.com/office/officeart/2005/8/layout/radial5"/>
    <dgm:cxn modelId="{90447681-2679-49B1-8EC8-9262305F9709}" srcId="{B5F00E97-C9B1-4987-8DEC-1FCC09AAD6CE}" destId="{B0F6B57E-DE0A-46C1-B0FA-AFD8EFD69A45}" srcOrd="3" destOrd="0" parTransId="{5AF1EB8C-273B-4B01-AE30-E45F8E5F66DE}" sibTransId="{52B2E32E-1EBD-48A8-9595-3979F71A1834}"/>
    <dgm:cxn modelId="{30DB8085-70EE-48FE-810B-83080F8D0B3E}" type="presOf" srcId="{2AA47564-00FB-47A1-AF07-EFC4AE53C8D0}" destId="{FD19665D-0E18-4B79-9F27-B58BAFFCD0A5}" srcOrd="1" destOrd="0" presId="urn:microsoft.com/office/officeart/2005/8/layout/radial5"/>
    <dgm:cxn modelId="{69C51293-8DDB-4C72-B376-D20D2C57039D}" type="presOf" srcId="{380FBEFF-0F2A-413E-9CC9-B0D794E83734}" destId="{757439C3-DC5A-4A10-8767-60ED7EC57633}" srcOrd="0" destOrd="0" presId="urn:microsoft.com/office/officeart/2005/8/layout/radial5"/>
    <dgm:cxn modelId="{FB944A93-82FF-4C84-AFA6-274ECF328B0F}" type="presOf" srcId="{CDF7CE3C-23A4-406C-9473-8E6520B135F8}" destId="{F3038C4D-9DE3-49E3-91E2-66AE6BC060B6}" srcOrd="0" destOrd="0" presId="urn:microsoft.com/office/officeart/2005/8/layout/radial5"/>
    <dgm:cxn modelId="{EFB01B94-6E5C-44E3-AA2C-2B167A2C0C67}" type="presOf" srcId="{4A79DEA5-8990-4284-A2C3-6B920A7DA661}" destId="{25882706-3E08-4603-93AF-0BCAD2111BCB}" srcOrd="1" destOrd="0" presId="urn:microsoft.com/office/officeart/2005/8/layout/radial5"/>
    <dgm:cxn modelId="{51EA5CA0-2120-4487-A476-F453E7E8B825}" type="presOf" srcId="{B7D81595-06BC-4EDE-9DA5-F32C0929A7B1}" destId="{D020618E-6A79-4F40-89ED-C156B56BC868}" srcOrd="0" destOrd="0" presId="urn:microsoft.com/office/officeart/2005/8/layout/radial5"/>
    <dgm:cxn modelId="{11414EAD-E976-4B53-8F31-B405197C764C}" type="presOf" srcId="{380FBEFF-0F2A-413E-9CC9-B0D794E83734}" destId="{999A85CD-C88D-4825-AAAE-91560375A643}" srcOrd="1" destOrd="0" presId="urn:microsoft.com/office/officeart/2005/8/layout/radial5"/>
    <dgm:cxn modelId="{300A17AE-91ED-4155-9E43-627A3196AE86}" type="presOf" srcId="{B0F6B57E-DE0A-46C1-B0FA-AFD8EFD69A45}" destId="{A11940C4-50A0-4A6A-AF00-1E205980A2F7}" srcOrd="0" destOrd="0" presId="urn:microsoft.com/office/officeart/2005/8/layout/radial5"/>
    <dgm:cxn modelId="{540AEDB0-020D-4D0E-815D-30E9C7C7B295}" type="presOf" srcId="{5AF1EB8C-273B-4B01-AE30-E45F8E5F66DE}" destId="{0E163187-374C-46BB-983D-599CCA953335}" srcOrd="1" destOrd="0" presId="urn:microsoft.com/office/officeart/2005/8/layout/radial5"/>
    <dgm:cxn modelId="{BFAE4AB7-AC13-4D39-A170-D537393B992F}" type="presOf" srcId="{B5F00E97-C9B1-4987-8DEC-1FCC09AAD6CE}" destId="{110B818C-564B-4BB4-86E3-970878EEE23F}" srcOrd="0" destOrd="0" presId="urn:microsoft.com/office/officeart/2005/8/layout/radial5"/>
    <dgm:cxn modelId="{8DD9C9BA-10B0-4AD3-80B1-AF1D1C05CB2D}" type="presOf" srcId="{CDF7CE3C-23A4-406C-9473-8E6520B135F8}" destId="{38C11C68-3437-40BE-BC7F-E00F3D36DF94}" srcOrd="1" destOrd="0" presId="urn:microsoft.com/office/officeart/2005/8/layout/radial5"/>
    <dgm:cxn modelId="{3AB01BBF-AD83-4033-9B7F-259D8582A552}" srcId="{50921EEB-EF09-4F9C-89C8-827634D5DC5C}" destId="{B5F00E97-C9B1-4987-8DEC-1FCC09AAD6CE}" srcOrd="0" destOrd="0" parTransId="{8753BB0B-8CA2-458F-8FB9-4AFA2D621E04}" sibTransId="{87F23AC0-97E5-4C7A-BA51-6576E3812DDB}"/>
    <dgm:cxn modelId="{F6D1D5C0-6112-400D-BEE7-BBE485FC1732}" srcId="{B5F00E97-C9B1-4987-8DEC-1FCC09AAD6CE}" destId="{4364EE1E-9479-44DD-83D9-F61239C31B11}" srcOrd="1" destOrd="0" parTransId="{4A79DEA5-8990-4284-A2C3-6B920A7DA661}" sibTransId="{99C3DC6B-9260-4629-B6C7-E5E30E3B4F39}"/>
    <dgm:cxn modelId="{D50AF8CD-B1A9-4C31-9F01-7375A9641F41}" type="presOf" srcId="{2AA47564-00FB-47A1-AF07-EFC4AE53C8D0}" destId="{A244850B-1F56-4339-8766-A584670509FC}" srcOrd="0" destOrd="0" presId="urn:microsoft.com/office/officeart/2005/8/layout/radial5"/>
    <dgm:cxn modelId="{D88866EB-1DAC-4332-9E60-4FC03E3B09A9}" type="presOf" srcId="{6A0392A2-CC6A-42C4-8432-6407E534D87F}" destId="{3438FB90-7C44-41E3-A216-929AA8D6441F}" srcOrd="0" destOrd="0" presId="urn:microsoft.com/office/officeart/2005/8/layout/radial5"/>
    <dgm:cxn modelId="{B71462FD-859F-4992-9A5A-994A36EA9398}" type="presOf" srcId="{B7D81595-06BC-4EDE-9DA5-F32C0929A7B1}" destId="{5173FB47-B2B8-410A-B080-0A99D40A05D9}" srcOrd="1" destOrd="0" presId="urn:microsoft.com/office/officeart/2005/8/layout/radial5"/>
    <dgm:cxn modelId="{D9200A5D-BE19-4BE5-B574-D6B744EE075B}" type="presParOf" srcId="{E0DC75D0-8743-40E1-9382-F7DBF1879132}" destId="{110B818C-564B-4BB4-86E3-970878EEE23F}" srcOrd="0" destOrd="0" presId="urn:microsoft.com/office/officeart/2005/8/layout/radial5"/>
    <dgm:cxn modelId="{7E2D20AE-DC08-4755-9CAA-A2ECD711E1EC}" type="presParOf" srcId="{E0DC75D0-8743-40E1-9382-F7DBF1879132}" destId="{F3038C4D-9DE3-49E3-91E2-66AE6BC060B6}" srcOrd="1" destOrd="0" presId="urn:microsoft.com/office/officeart/2005/8/layout/radial5"/>
    <dgm:cxn modelId="{781706E1-8931-4107-B8AF-E7E62F910B9A}" type="presParOf" srcId="{F3038C4D-9DE3-49E3-91E2-66AE6BC060B6}" destId="{38C11C68-3437-40BE-BC7F-E00F3D36DF94}" srcOrd="0" destOrd="0" presId="urn:microsoft.com/office/officeart/2005/8/layout/radial5"/>
    <dgm:cxn modelId="{BB498C89-6B72-43FE-BCF8-321C9A4DB6CB}" type="presParOf" srcId="{E0DC75D0-8743-40E1-9382-F7DBF1879132}" destId="{9F217503-AA2B-4D25-A4BD-E982DCA59AF3}" srcOrd="2" destOrd="0" presId="urn:microsoft.com/office/officeart/2005/8/layout/radial5"/>
    <dgm:cxn modelId="{CFEBEDA6-1185-4FCF-B99C-AD0965814761}" type="presParOf" srcId="{E0DC75D0-8743-40E1-9382-F7DBF1879132}" destId="{11A41A68-B879-4461-8CCA-574D30C0FB6B}" srcOrd="3" destOrd="0" presId="urn:microsoft.com/office/officeart/2005/8/layout/radial5"/>
    <dgm:cxn modelId="{48952154-4DE0-48DA-991C-4D0B54CE7E62}" type="presParOf" srcId="{11A41A68-B879-4461-8CCA-574D30C0FB6B}" destId="{25882706-3E08-4603-93AF-0BCAD2111BCB}" srcOrd="0" destOrd="0" presId="urn:microsoft.com/office/officeart/2005/8/layout/radial5"/>
    <dgm:cxn modelId="{01B724C4-7CC5-49AB-ABB3-D370F371DCB5}" type="presParOf" srcId="{E0DC75D0-8743-40E1-9382-F7DBF1879132}" destId="{151EDDE9-12FC-4BCD-8FFE-94EC5912E716}" srcOrd="4" destOrd="0" presId="urn:microsoft.com/office/officeart/2005/8/layout/radial5"/>
    <dgm:cxn modelId="{7FB095BC-C2E1-4E66-8240-3ADD496CC194}" type="presParOf" srcId="{E0DC75D0-8743-40E1-9382-F7DBF1879132}" destId="{A244850B-1F56-4339-8766-A584670509FC}" srcOrd="5" destOrd="0" presId="urn:microsoft.com/office/officeart/2005/8/layout/radial5"/>
    <dgm:cxn modelId="{30F7AA31-DFB7-421A-9DAF-9B1360737881}" type="presParOf" srcId="{A244850B-1F56-4339-8766-A584670509FC}" destId="{FD19665D-0E18-4B79-9F27-B58BAFFCD0A5}" srcOrd="0" destOrd="0" presId="urn:microsoft.com/office/officeart/2005/8/layout/radial5"/>
    <dgm:cxn modelId="{4AC54E3A-7F69-4C4D-A111-3D20ACF76150}" type="presParOf" srcId="{E0DC75D0-8743-40E1-9382-F7DBF1879132}" destId="{32BFD09B-0681-4CAF-8DC1-57380AD6DAAF}" srcOrd="6" destOrd="0" presId="urn:microsoft.com/office/officeart/2005/8/layout/radial5"/>
    <dgm:cxn modelId="{6705A567-4DC5-4600-B5AA-4A1628972510}" type="presParOf" srcId="{E0DC75D0-8743-40E1-9382-F7DBF1879132}" destId="{0B3469A5-463B-4C95-AC1C-A1DF66CF7D85}" srcOrd="7" destOrd="0" presId="urn:microsoft.com/office/officeart/2005/8/layout/radial5"/>
    <dgm:cxn modelId="{5DA0AD43-D2B3-4020-9D7A-CB67D87EEFAE}" type="presParOf" srcId="{0B3469A5-463B-4C95-AC1C-A1DF66CF7D85}" destId="{0E163187-374C-46BB-983D-599CCA953335}" srcOrd="0" destOrd="0" presId="urn:microsoft.com/office/officeart/2005/8/layout/radial5"/>
    <dgm:cxn modelId="{8F226301-E795-4BF8-8564-1E5FF8003DA0}" type="presParOf" srcId="{E0DC75D0-8743-40E1-9382-F7DBF1879132}" destId="{A11940C4-50A0-4A6A-AF00-1E205980A2F7}" srcOrd="8" destOrd="0" presId="urn:microsoft.com/office/officeart/2005/8/layout/radial5"/>
    <dgm:cxn modelId="{C151D49F-871C-43C0-BCAF-CB6F743560DE}" type="presParOf" srcId="{E0DC75D0-8743-40E1-9382-F7DBF1879132}" destId="{757439C3-DC5A-4A10-8767-60ED7EC57633}" srcOrd="9" destOrd="0" presId="urn:microsoft.com/office/officeart/2005/8/layout/radial5"/>
    <dgm:cxn modelId="{30D5308D-CA89-445E-811C-28AC5F6B70F2}" type="presParOf" srcId="{757439C3-DC5A-4A10-8767-60ED7EC57633}" destId="{999A85CD-C88D-4825-AAAE-91560375A643}" srcOrd="0" destOrd="0" presId="urn:microsoft.com/office/officeart/2005/8/layout/radial5"/>
    <dgm:cxn modelId="{69B81912-7E5D-473B-AEF5-7045BCA120D0}" type="presParOf" srcId="{E0DC75D0-8743-40E1-9382-F7DBF1879132}" destId="{3438FB90-7C44-41E3-A216-929AA8D6441F}" srcOrd="10" destOrd="0" presId="urn:microsoft.com/office/officeart/2005/8/layout/radial5"/>
    <dgm:cxn modelId="{688D5FC6-2F50-4D1B-9F8C-764DCE091509}" type="presParOf" srcId="{E0DC75D0-8743-40E1-9382-F7DBF1879132}" destId="{D020618E-6A79-4F40-89ED-C156B56BC868}" srcOrd="11" destOrd="0" presId="urn:microsoft.com/office/officeart/2005/8/layout/radial5"/>
    <dgm:cxn modelId="{915ACB6D-23DF-4C30-9289-C2F3F6B0E789}" type="presParOf" srcId="{D020618E-6A79-4F40-89ED-C156B56BC868}" destId="{5173FB47-B2B8-410A-B080-0A99D40A05D9}" srcOrd="0" destOrd="0" presId="urn:microsoft.com/office/officeart/2005/8/layout/radial5"/>
    <dgm:cxn modelId="{6A31DF88-CEEF-440E-BD3B-6D9271A01360}" type="presParOf" srcId="{E0DC75D0-8743-40E1-9382-F7DBF1879132}" destId="{CAF01AC9-EE77-450B-BCF5-356225B2DF27}" srcOrd="12"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B818C-564B-4BB4-86E3-970878EEE23F}">
      <dsp:nvSpPr>
        <dsp:cNvPr id="0" name=""/>
        <dsp:cNvSpPr/>
      </dsp:nvSpPr>
      <dsp:spPr>
        <a:xfrm>
          <a:off x="2996000" y="1934614"/>
          <a:ext cx="1380554" cy="138055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Conflict</a:t>
          </a:r>
        </a:p>
      </dsp:txBody>
      <dsp:txXfrm>
        <a:off x="3198177" y="2136791"/>
        <a:ext cx="976200" cy="976200"/>
      </dsp:txXfrm>
    </dsp:sp>
    <dsp:sp modelId="{F3038C4D-9DE3-49E3-91E2-66AE6BC060B6}">
      <dsp:nvSpPr>
        <dsp:cNvPr id="0" name=""/>
        <dsp:cNvSpPr/>
      </dsp:nvSpPr>
      <dsp:spPr>
        <a:xfrm rot="16200000">
          <a:off x="3540241" y="1432646"/>
          <a:ext cx="292072" cy="46938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584052" y="1570335"/>
        <a:ext cx="204450" cy="281632"/>
      </dsp:txXfrm>
    </dsp:sp>
    <dsp:sp modelId="{9F217503-AA2B-4D25-A4BD-E982DCA59AF3}">
      <dsp:nvSpPr>
        <dsp:cNvPr id="0" name=""/>
        <dsp:cNvSpPr/>
      </dsp:nvSpPr>
      <dsp:spPr>
        <a:xfrm>
          <a:off x="2996000" y="2980"/>
          <a:ext cx="1380554" cy="1380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Different goals &amp; time horizons</a:t>
          </a:r>
        </a:p>
      </dsp:txBody>
      <dsp:txXfrm>
        <a:off x="3198177" y="205157"/>
        <a:ext cx="976200" cy="976200"/>
      </dsp:txXfrm>
    </dsp:sp>
    <dsp:sp modelId="{11A41A68-B879-4461-8CCA-574D30C0FB6B}">
      <dsp:nvSpPr>
        <dsp:cNvPr id="0" name=""/>
        <dsp:cNvSpPr/>
      </dsp:nvSpPr>
      <dsp:spPr>
        <a:xfrm rot="19800000">
          <a:off x="4369504" y="1911421"/>
          <a:ext cx="292072" cy="46938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375374" y="2027205"/>
        <a:ext cx="204450" cy="281632"/>
      </dsp:txXfrm>
    </dsp:sp>
    <dsp:sp modelId="{151EDDE9-12FC-4BCD-8FFE-94EC5912E716}">
      <dsp:nvSpPr>
        <dsp:cNvPr id="0" name=""/>
        <dsp:cNvSpPr/>
      </dsp:nvSpPr>
      <dsp:spPr>
        <a:xfrm>
          <a:off x="4668844" y="968797"/>
          <a:ext cx="1380554" cy="1380554"/>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Overlapping Authority</a:t>
          </a:r>
        </a:p>
      </dsp:txBody>
      <dsp:txXfrm>
        <a:off x="4871021" y="1170974"/>
        <a:ext cx="976200" cy="976200"/>
      </dsp:txXfrm>
    </dsp:sp>
    <dsp:sp modelId="{A244850B-1F56-4339-8766-A584670509FC}">
      <dsp:nvSpPr>
        <dsp:cNvPr id="0" name=""/>
        <dsp:cNvSpPr/>
      </dsp:nvSpPr>
      <dsp:spPr>
        <a:xfrm rot="1800000">
          <a:off x="4369504" y="2868972"/>
          <a:ext cx="292072" cy="46938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375374" y="2940945"/>
        <a:ext cx="204450" cy="281632"/>
      </dsp:txXfrm>
    </dsp:sp>
    <dsp:sp modelId="{32BFD09B-0681-4CAF-8DC1-57380AD6DAAF}">
      <dsp:nvSpPr>
        <dsp:cNvPr id="0" name=""/>
        <dsp:cNvSpPr/>
      </dsp:nvSpPr>
      <dsp:spPr>
        <a:xfrm>
          <a:off x="4668844" y="2900431"/>
          <a:ext cx="1380554" cy="138055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Incompatible evaluation and Reward</a:t>
          </a:r>
        </a:p>
      </dsp:txBody>
      <dsp:txXfrm>
        <a:off x="4871021" y="3102608"/>
        <a:ext cx="976200" cy="976200"/>
      </dsp:txXfrm>
    </dsp:sp>
    <dsp:sp modelId="{0B3469A5-463B-4C95-AC1C-A1DF66CF7D85}">
      <dsp:nvSpPr>
        <dsp:cNvPr id="0" name=""/>
        <dsp:cNvSpPr/>
      </dsp:nvSpPr>
      <dsp:spPr>
        <a:xfrm rot="5400000">
          <a:off x="3540241" y="3347748"/>
          <a:ext cx="292072" cy="46938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584052" y="3397815"/>
        <a:ext cx="204450" cy="281632"/>
      </dsp:txXfrm>
    </dsp:sp>
    <dsp:sp modelId="{A11940C4-50A0-4A6A-AF00-1E205980A2F7}">
      <dsp:nvSpPr>
        <dsp:cNvPr id="0" name=""/>
        <dsp:cNvSpPr/>
      </dsp:nvSpPr>
      <dsp:spPr>
        <a:xfrm>
          <a:off x="2996000" y="3866248"/>
          <a:ext cx="1380554" cy="1380554"/>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Task Interdependency</a:t>
          </a:r>
        </a:p>
      </dsp:txBody>
      <dsp:txXfrm>
        <a:off x="3198177" y="4068425"/>
        <a:ext cx="976200" cy="976200"/>
      </dsp:txXfrm>
    </dsp:sp>
    <dsp:sp modelId="{757439C3-DC5A-4A10-8767-60ED7EC57633}">
      <dsp:nvSpPr>
        <dsp:cNvPr id="0" name=""/>
        <dsp:cNvSpPr/>
      </dsp:nvSpPr>
      <dsp:spPr>
        <a:xfrm rot="9000000">
          <a:off x="2710977" y="2868972"/>
          <a:ext cx="292072" cy="469388"/>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2792729" y="2940945"/>
        <a:ext cx="204450" cy="281632"/>
      </dsp:txXfrm>
    </dsp:sp>
    <dsp:sp modelId="{3438FB90-7C44-41E3-A216-929AA8D6441F}">
      <dsp:nvSpPr>
        <dsp:cNvPr id="0" name=""/>
        <dsp:cNvSpPr/>
      </dsp:nvSpPr>
      <dsp:spPr>
        <a:xfrm>
          <a:off x="1323155" y="2900431"/>
          <a:ext cx="1380554" cy="1380554"/>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Scarce Resources</a:t>
          </a:r>
        </a:p>
      </dsp:txBody>
      <dsp:txXfrm>
        <a:off x="1525332" y="3102608"/>
        <a:ext cx="976200" cy="976200"/>
      </dsp:txXfrm>
    </dsp:sp>
    <dsp:sp modelId="{D020618E-6A79-4F40-89ED-C156B56BC868}">
      <dsp:nvSpPr>
        <dsp:cNvPr id="0" name=""/>
        <dsp:cNvSpPr/>
      </dsp:nvSpPr>
      <dsp:spPr>
        <a:xfrm rot="12600000">
          <a:off x="2710977" y="1911421"/>
          <a:ext cx="292072" cy="46938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2792729" y="2027205"/>
        <a:ext cx="204450" cy="281632"/>
      </dsp:txXfrm>
    </dsp:sp>
    <dsp:sp modelId="{CAF01AC9-EE77-450B-BCF5-356225B2DF27}">
      <dsp:nvSpPr>
        <dsp:cNvPr id="0" name=""/>
        <dsp:cNvSpPr/>
      </dsp:nvSpPr>
      <dsp:spPr>
        <a:xfrm>
          <a:off x="1323155" y="968797"/>
          <a:ext cx="1380554" cy="1380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Status inconsistency</a:t>
          </a:r>
        </a:p>
      </dsp:txBody>
      <dsp:txXfrm>
        <a:off x="1525332" y="1170974"/>
        <a:ext cx="976200" cy="976200"/>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161707-27E0-47E3-8EA7-D67CF573D353}" type="datetimeFigureOut">
              <a:rPr lang="en-US" smtClean="0"/>
              <a:t>11/29/2022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5F00A8-DF25-4812-A40E-49D14B52B9AC}" type="slidenum">
              <a:rPr lang="en-US" smtClean="0"/>
              <a:t>‹#›</a:t>
            </a:fld>
            <a:endParaRPr lang="en-US"/>
          </a:p>
        </p:txBody>
      </p:sp>
    </p:spTree>
    <p:extLst>
      <p:ext uri="{BB962C8B-B14F-4D97-AF65-F5344CB8AC3E}">
        <p14:creationId xmlns:p14="http://schemas.microsoft.com/office/powerpoint/2010/main" val="338153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6C04352-ADD3-4349-A3FB-6C968E1DE656}" type="slidenum">
              <a:rPr lang="en-GB" smtClean="0"/>
              <a:t>10</a:t>
            </a:fld>
            <a:endParaRPr lang="en-GB" dirty="0"/>
          </a:p>
        </p:txBody>
      </p:sp>
    </p:spTree>
    <p:extLst>
      <p:ext uri="{BB962C8B-B14F-4D97-AF65-F5344CB8AC3E}">
        <p14:creationId xmlns:p14="http://schemas.microsoft.com/office/powerpoint/2010/main" val="1989646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6C04352-ADD3-4349-A3FB-6C968E1DE656}" type="slidenum">
              <a:rPr lang="en-GB" smtClean="0"/>
              <a:t>11</a:t>
            </a:fld>
            <a:endParaRPr lang="en-GB" dirty="0"/>
          </a:p>
        </p:txBody>
      </p:sp>
    </p:spTree>
    <p:extLst>
      <p:ext uri="{BB962C8B-B14F-4D97-AF65-F5344CB8AC3E}">
        <p14:creationId xmlns:p14="http://schemas.microsoft.com/office/powerpoint/2010/main" val="2060689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6C04352-ADD3-4349-A3FB-6C968E1DE656}" type="slidenum">
              <a:rPr lang="en-GB" smtClean="0"/>
              <a:t>12</a:t>
            </a:fld>
            <a:endParaRPr lang="en-GB" dirty="0"/>
          </a:p>
        </p:txBody>
      </p:sp>
    </p:spTree>
    <p:extLst>
      <p:ext uri="{BB962C8B-B14F-4D97-AF65-F5344CB8AC3E}">
        <p14:creationId xmlns:p14="http://schemas.microsoft.com/office/powerpoint/2010/main" val="108889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6C04352-ADD3-4349-A3FB-6C968E1DE656}" type="slidenum">
              <a:rPr lang="en-GB" smtClean="0"/>
              <a:t>13</a:t>
            </a:fld>
            <a:endParaRPr lang="en-GB" dirty="0"/>
          </a:p>
        </p:txBody>
      </p:sp>
    </p:spTree>
    <p:extLst>
      <p:ext uri="{BB962C8B-B14F-4D97-AF65-F5344CB8AC3E}">
        <p14:creationId xmlns:p14="http://schemas.microsoft.com/office/powerpoint/2010/main" val="1290370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6C04352-ADD3-4349-A3FB-6C968E1DE656}" type="slidenum">
              <a:rPr lang="en-GB" smtClean="0"/>
              <a:t>14</a:t>
            </a:fld>
            <a:endParaRPr lang="en-GB" dirty="0"/>
          </a:p>
        </p:txBody>
      </p:sp>
    </p:spTree>
    <p:extLst>
      <p:ext uri="{BB962C8B-B14F-4D97-AF65-F5344CB8AC3E}">
        <p14:creationId xmlns:p14="http://schemas.microsoft.com/office/powerpoint/2010/main" val="1081287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D6900A-71DD-4EE4-BDFB-ACF507B79C4D}" type="datetimeFigureOut">
              <a:rPr lang="en-US" smtClean="0"/>
              <a:t>11/29/2022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2586856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D6900A-71DD-4EE4-BDFB-ACF507B79C4D}" type="datetimeFigureOut">
              <a:rPr lang="en-US" smtClean="0"/>
              <a:t>11/29/2022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1211808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D6900A-71DD-4EE4-BDFB-ACF507B79C4D}" type="datetimeFigureOut">
              <a:rPr lang="en-US" smtClean="0"/>
              <a:t>11/29/2022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3179114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D6900A-71DD-4EE4-BDFB-ACF507B79C4D}" type="datetimeFigureOut">
              <a:rPr lang="en-US" smtClean="0"/>
              <a:t>11/29/2022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4069956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D6900A-71DD-4EE4-BDFB-ACF507B79C4D}" type="datetimeFigureOut">
              <a:rPr lang="en-US" smtClean="0"/>
              <a:t>11/29/2022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2487798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D6900A-71DD-4EE4-BDFB-ACF507B79C4D}" type="datetimeFigureOut">
              <a:rPr lang="en-US" smtClean="0"/>
              <a:t>11/29/2022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4154135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D6900A-71DD-4EE4-BDFB-ACF507B79C4D}" type="datetimeFigureOut">
              <a:rPr lang="en-US" smtClean="0"/>
              <a:t>11/29/2022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4252606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D6900A-71DD-4EE4-BDFB-ACF507B79C4D}" type="datetimeFigureOut">
              <a:rPr lang="en-US" smtClean="0"/>
              <a:t>11/29/2022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4133899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D6900A-71DD-4EE4-BDFB-ACF507B79C4D}" type="datetimeFigureOut">
              <a:rPr lang="en-US" smtClean="0"/>
              <a:t>11/29/2022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3638011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D6900A-71DD-4EE4-BDFB-ACF507B79C4D}" type="datetimeFigureOut">
              <a:rPr lang="en-US" smtClean="0"/>
              <a:t>11/29/2022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4196782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D6900A-71DD-4EE4-BDFB-ACF507B79C4D}" type="datetimeFigureOut">
              <a:rPr lang="en-US" smtClean="0"/>
              <a:t>11/29/2022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FD448-A964-430F-95C0-656763868D8E}" type="slidenum">
              <a:rPr lang="en-US" smtClean="0"/>
              <a:t>‹#›</a:t>
            </a:fld>
            <a:endParaRPr lang="en-US"/>
          </a:p>
        </p:txBody>
      </p:sp>
    </p:spTree>
    <p:extLst>
      <p:ext uri="{BB962C8B-B14F-4D97-AF65-F5344CB8AC3E}">
        <p14:creationId xmlns:p14="http://schemas.microsoft.com/office/powerpoint/2010/main" val="1205059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Basic Layou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23" name="Group 2">
            <a:extLst>
              <a:ext uri="{FF2B5EF4-FFF2-40B4-BE49-F238E27FC236}">
                <a16:creationId xmlns:a16="http://schemas.microsoft.com/office/drawing/2014/main" id="{75A1F0C8-ADE8-49C0-9621-BADA30C5AA62}"/>
              </a:ext>
            </a:extLst>
          </p:cNvPr>
          <p:cNvGrpSpPr/>
          <p:nvPr userDrawn="1"/>
        </p:nvGrpSpPr>
        <p:grpSpPr>
          <a:xfrm>
            <a:off x="3155" y="6730999"/>
            <a:ext cx="12188845" cy="141244"/>
            <a:chOff x="2267744" y="4865360"/>
            <a:chExt cx="8064896" cy="154663"/>
          </a:xfrm>
        </p:grpSpPr>
        <p:sp>
          <p:nvSpPr>
            <p:cNvPr id="24" name="Rectangle 1">
              <a:extLst>
                <a:ext uri="{FF2B5EF4-FFF2-40B4-BE49-F238E27FC236}">
                  <a16:creationId xmlns:a16="http://schemas.microsoft.com/office/drawing/2014/main" id="{F8E22D68-A56D-46FD-BC42-93B4EAE80021}"/>
                </a:ext>
              </a:extLst>
            </p:cNvPr>
            <p:cNvSpPr/>
            <p:nvPr userDrawn="1"/>
          </p:nvSpPr>
          <p:spPr>
            <a:xfrm>
              <a:off x="2267744" y="4872209"/>
              <a:ext cx="504056" cy="147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5" name="Rectangle 6">
              <a:extLst>
                <a:ext uri="{FF2B5EF4-FFF2-40B4-BE49-F238E27FC236}">
                  <a16:creationId xmlns:a16="http://schemas.microsoft.com/office/drawing/2014/main" id="{8D24A598-D874-4C08-BEA7-301F153CADDB}"/>
                </a:ext>
              </a:extLst>
            </p:cNvPr>
            <p:cNvSpPr/>
            <p:nvPr userDrawn="1"/>
          </p:nvSpPr>
          <p:spPr>
            <a:xfrm>
              <a:off x="2771800" y="4872088"/>
              <a:ext cx="504056" cy="147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Rectangle 7">
              <a:extLst>
                <a:ext uri="{FF2B5EF4-FFF2-40B4-BE49-F238E27FC236}">
                  <a16:creationId xmlns:a16="http://schemas.microsoft.com/office/drawing/2014/main" id="{53A13DC6-0EDF-4A8E-8E4D-81768F1DF80B}"/>
                </a:ext>
              </a:extLst>
            </p:cNvPr>
            <p:cNvSpPr/>
            <p:nvPr userDrawn="1"/>
          </p:nvSpPr>
          <p:spPr>
            <a:xfrm>
              <a:off x="3275856" y="4870431"/>
              <a:ext cx="504056" cy="1478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Rectangle 8">
              <a:extLst>
                <a:ext uri="{FF2B5EF4-FFF2-40B4-BE49-F238E27FC236}">
                  <a16:creationId xmlns:a16="http://schemas.microsoft.com/office/drawing/2014/main" id="{F2E441BD-7BE9-4A75-9DB5-735EC46026C2}"/>
                </a:ext>
              </a:extLst>
            </p:cNvPr>
            <p:cNvSpPr/>
            <p:nvPr userDrawn="1"/>
          </p:nvSpPr>
          <p:spPr>
            <a:xfrm>
              <a:off x="3779912" y="4870310"/>
              <a:ext cx="504056" cy="14781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Rectangle 11">
              <a:extLst>
                <a:ext uri="{FF2B5EF4-FFF2-40B4-BE49-F238E27FC236}">
                  <a16:creationId xmlns:a16="http://schemas.microsoft.com/office/drawing/2014/main" id="{C0BF37B3-A371-4645-A8AB-6294FA0012B1}"/>
                </a:ext>
              </a:extLst>
            </p:cNvPr>
            <p:cNvSpPr/>
            <p:nvPr userDrawn="1"/>
          </p:nvSpPr>
          <p:spPr>
            <a:xfrm>
              <a:off x="4283968" y="4868845"/>
              <a:ext cx="504056" cy="147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Rectangle 12">
              <a:extLst>
                <a:ext uri="{FF2B5EF4-FFF2-40B4-BE49-F238E27FC236}">
                  <a16:creationId xmlns:a16="http://schemas.microsoft.com/office/drawing/2014/main" id="{D1F581C4-49C2-4733-8878-B70E3BB3F716}"/>
                </a:ext>
              </a:extLst>
            </p:cNvPr>
            <p:cNvSpPr/>
            <p:nvPr userDrawn="1"/>
          </p:nvSpPr>
          <p:spPr>
            <a:xfrm>
              <a:off x="4788024" y="4868724"/>
              <a:ext cx="504056" cy="147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0" name="Rectangle 13">
              <a:extLst>
                <a:ext uri="{FF2B5EF4-FFF2-40B4-BE49-F238E27FC236}">
                  <a16:creationId xmlns:a16="http://schemas.microsoft.com/office/drawing/2014/main" id="{0562264D-B2F2-4788-B47F-5919F0A03323}"/>
                </a:ext>
              </a:extLst>
            </p:cNvPr>
            <p:cNvSpPr/>
            <p:nvPr userDrawn="1"/>
          </p:nvSpPr>
          <p:spPr>
            <a:xfrm>
              <a:off x="5292080" y="4867067"/>
              <a:ext cx="504056" cy="1478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1" name="Rectangle 14">
              <a:extLst>
                <a:ext uri="{FF2B5EF4-FFF2-40B4-BE49-F238E27FC236}">
                  <a16:creationId xmlns:a16="http://schemas.microsoft.com/office/drawing/2014/main" id="{1D2413AA-E9C9-4063-A40F-31C3653DDF8F}"/>
                </a:ext>
              </a:extLst>
            </p:cNvPr>
            <p:cNvSpPr/>
            <p:nvPr userDrawn="1"/>
          </p:nvSpPr>
          <p:spPr>
            <a:xfrm>
              <a:off x="5796136" y="4866946"/>
              <a:ext cx="504056" cy="14781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Rectangle 15">
              <a:extLst>
                <a:ext uri="{FF2B5EF4-FFF2-40B4-BE49-F238E27FC236}">
                  <a16:creationId xmlns:a16="http://schemas.microsoft.com/office/drawing/2014/main" id="{98EE8A88-944E-4EAF-802A-76F8CA0050AD}"/>
                </a:ext>
              </a:extLst>
            </p:cNvPr>
            <p:cNvSpPr/>
            <p:nvPr userDrawn="1"/>
          </p:nvSpPr>
          <p:spPr>
            <a:xfrm>
              <a:off x="6300192" y="4868845"/>
              <a:ext cx="504056" cy="147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3" name="Rectangle 16">
              <a:extLst>
                <a:ext uri="{FF2B5EF4-FFF2-40B4-BE49-F238E27FC236}">
                  <a16:creationId xmlns:a16="http://schemas.microsoft.com/office/drawing/2014/main" id="{0A2BE1D3-6B9D-4BA7-AAC7-928A6AA44D80}"/>
                </a:ext>
              </a:extLst>
            </p:cNvPr>
            <p:cNvSpPr/>
            <p:nvPr userDrawn="1"/>
          </p:nvSpPr>
          <p:spPr>
            <a:xfrm>
              <a:off x="6804248" y="4868724"/>
              <a:ext cx="504056" cy="147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4" name="Rectangle 17">
              <a:extLst>
                <a:ext uri="{FF2B5EF4-FFF2-40B4-BE49-F238E27FC236}">
                  <a16:creationId xmlns:a16="http://schemas.microsoft.com/office/drawing/2014/main" id="{576E8FCF-68A2-4B49-93A1-8F3AE723DA83}"/>
                </a:ext>
              </a:extLst>
            </p:cNvPr>
            <p:cNvSpPr/>
            <p:nvPr userDrawn="1"/>
          </p:nvSpPr>
          <p:spPr>
            <a:xfrm>
              <a:off x="7308304" y="4867067"/>
              <a:ext cx="504056" cy="1478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5" name="Rectangle 18">
              <a:extLst>
                <a:ext uri="{FF2B5EF4-FFF2-40B4-BE49-F238E27FC236}">
                  <a16:creationId xmlns:a16="http://schemas.microsoft.com/office/drawing/2014/main" id="{E38FF078-492E-46D5-B6EE-4FF39A801B41}"/>
                </a:ext>
              </a:extLst>
            </p:cNvPr>
            <p:cNvSpPr/>
            <p:nvPr userDrawn="1"/>
          </p:nvSpPr>
          <p:spPr>
            <a:xfrm>
              <a:off x="7812360" y="4866946"/>
              <a:ext cx="504056" cy="14781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6" name="Rectangle 19">
              <a:extLst>
                <a:ext uri="{FF2B5EF4-FFF2-40B4-BE49-F238E27FC236}">
                  <a16:creationId xmlns:a16="http://schemas.microsoft.com/office/drawing/2014/main" id="{CE554615-93B8-4E75-BBD0-67603689B6A1}"/>
                </a:ext>
              </a:extLst>
            </p:cNvPr>
            <p:cNvSpPr/>
            <p:nvPr userDrawn="1"/>
          </p:nvSpPr>
          <p:spPr>
            <a:xfrm>
              <a:off x="8316416" y="4865481"/>
              <a:ext cx="504056" cy="147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Rectangle 20">
              <a:extLst>
                <a:ext uri="{FF2B5EF4-FFF2-40B4-BE49-F238E27FC236}">
                  <a16:creationId xmlns:a16="http://schemas.microsoft.com/office/drawing/2014/main" id="{AC36994E-976C-4B08-8784-AAC20FDF60E3}"/>
                </a:ext>
              </a:extLst>
            </p:cNvPr>
            <p:cNvSpPr/>
            <p:nvPr userDrawn="1"/>
          </p:nvSpPr>
          <p:spPr>
            <a:xfrm>
              <a:off x="8820472" y="4865360"/>
              <a:ext cx="504056" cy="147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8" name="Rectangle 21">
              <a:extLst>
                <a:ext uri="{FF2B5EF4-FFF2-40B4-BE49-F238E27FC236}">
                  <a16:creationId xmlns:a16="http://schemas.microsoft.com/office/drawing/2014/main" id="{7EEBE4CE-D8B6-495B-ACCE-C188E8DF4878}"/>
                </a:ext>
              </a:extLst>
            </p:cNvPr>
            <p:cNvSpPr/>
            <p:nvPr userDrawn="1"/>
          </p:nvSpPr>
          <p:spPr>
            <a:xfrm>
              <a:off x="9324528" y="4871445"/>
              <a:ext cx="504056" cy="1478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9" name="Rectangle 22">
              <a:extLst>
                <a:ext uri="{FF2B5EF4-FFF2-40B4-BE49-F238E27FC236}">
                  <a16:creationId xmlns:a16="http://schemas.microsoft.com/office/drawing/2014/main" id="{FD50BD70-C637-458B-8952-261DED7CC717}"/>
                </a:ext>
              </a:extLst>
            </p:cNvPr>
            <p:cNvSpPr/>
            <p:nvPr userDrawn="1"/>
          </p:nvSpPr>
          <p:spPr>
            <a:xfrm>
              <a:off x="9828584" y="4871324"/>
              <a:ext cx="504056" cy="14781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Tree>
    <p:extLst>
      <p:ext uri="{BB962C8B-B14F-4D97-AF65-F5344CB8AC3E}">
        <p14:creationId xmlns:p14="http://schemas.microsoft.com/office/powerpoint/2010/main" val="576283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360362" y="1708149"/>
            <a:ext cx="11466511" cy="4018119"/>
          </a:xfrm>
        </p:spPr>
        <p:txBody>
          <a:bodyPr>
            <a:noAutofit/>
          </a:bodyPr>
          <a:lstStyle>
            <a:lvl1pPr>
              <a:defRPr sz="1400">
                <a:solidFill>
                  <a:srgbClr val="000000"/>
                </a:solidFill>
              </a:defRPr>
            </a:lvl1pPr>
            <a:lvl2pPr>
              <a:spcBef>
                <a:spcPts val="600"/>
              </a:spcBef>
              <a:defRPr sz="1400">
                <a:solidFill>
                  <a:srgbClr val="000000"/>
                </a:solidFill>
              </a:defRPr>
            </a:lvl2pPr>
            <a:lvl3pPr>
              <a:spcBef>
                <a:spcPts val="600"/>
              </a:spcBef>
              <a:defRPr sz="1400">
                <a:solidFill>
                  <a:srgbClr val="000000"/>
                </a:solidFill>
              </a:defRPr>
            </a:lvl3pPr>
            <a:lvl4pPr>
              <a:spcBef>
                <a:spcPts val="600"/>
              </a:spcBef>
              <a:defRPr sz="1400">
                <a:solidFill>
                  <a:srgbClr val="000000"/>
                </a:solidFill>
              </a:defRPr>
            </a:lvl4pPr>
            <a:lvl5pPr>
              <a:spcBef>
                <a:spcPts val="600"/>
              </a:spcBef>
              <a:defRPr sz="14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17"/>
          <p:cNvSpPr>
            <a:spLocks noGrp="1"/>
          </p:cNvSpPr>
          <p:nvPr>
            <p:ph type="body" sz="quarter" idx="15" hasCustomPrompt="1"/>
          </p:nvPr>
        </p:nvSpPr>
        <p:spPr>
          <a:xfrm>
            <a:off x="6096000" y="6393509"/>
            <a:ext cx="4670778" cy="197792"/>
          </a:xfrm>
        </p:spPr>
        <p:txBody>
          <a:bodyPr anchor="ctr">
            <a:noAutofit/>
          </a:bodyPr>
          <a:lstStyle>
            <a:lvl1pPr>
              <a:spcBef>
                <a:spcPts val="600"/>
              </a:spcBef>
              <a:defRPr sz="800">
                <a:solidFill>
                  <a:srgbClr val="000000"/>
                </a:solidFill>
              </a:defRPr>
            </a:lvl1pPr>
          </a:lstStyle>
          <a:p>
            <a:pPr lvl="0"/>
            <a:r>
              <a:rPr lang="en-US" dirty="0"/>
              <a:t>Click to add footer text</a:t>
            </a:r>
          </a:p>
        </p:txBody>
      </p:sp>
      <p:sp>
        <p:nvSpPr>
          <p:cNvPr id="11" name="Title Placeholder 1"/>
          <p:cNvSpPr>
            <a:spLocks noGrp="1"/>
          </p:cNvSpPr>
          <p:nvPr>
            <p:ph type="title"/>
          </p:nvPr>
        </p:nvSpPr>
        <p:spPr>
          <a:xfrm>
            <a:off x="359999" y="430717"/>
            <a:ext cx="11466875" cy="404119"/>
          </a:xfrm>
          <a:prstGeom prst="rect">
            <a:avLst/>
          </a:prstGeom>
        </p:spPr>
        <p:txBody>
          <a:bodyPr vert="horz" lIns="0" tIns="0" rIns="0" bIns="0" rtlCol="0" anchor="t">
            <a:noAutofit/>
          </a:bodyPr>
          <a:lstStyle>
            <a:lvl1pPr>
              <a:defRPr>
                <a:solidFill>
                  <a:srgbClr val="000000"/>
                </a:solidFill>
              </a:defRPr>
            </a:lvl1pPr>
          </a:lstStyle>
          <a:p>
            <a:r>
              <a:rPr lang="en-US" dirty="0"/>
              <a:t>Click to edit Master title style</a:t>
            </a:r>
            <a:endParaRPr lang="en-GB" dirty="0"/>
          </a:p>
        </p:txBody>
      </p:sp>
      <p:sp>
        <p:nvSpPr>
          <p:cNvPr id="14" name="Text Placeholder 2"/>
          <p:cNvSpPr>
            <a:spLocks noGrp="1"/>
          </p:cNvSpPr>
          <p:nvPr>
            <p:ph type="body" sz="quarter" idx="16"/>
          </p:nvPr>
        </p:nvSpPr>
        <p:spPr>
          <a:xfrm>
            <a:off x="357188" y="909635"/>
            <a:ext cx="11477331" cy="396875"/>
          </a:xfrm>
        </p:spPr>
        <p:txBody>
          <a:bodyPr/>
          <a:lstStyle>
            <a:lvl1pPr>
              <a:defRPr sz="1800">
                <a:solidFill>
                  <a:srgbClr val="000000"/>
                </a:solidFill>
              </a:defRPr>
            </a:lvl1pPr>
          </a:lstStyle>
          <a:p>
            <a:pPr lvl="0"/>
            <a:r>
              <a:rPr lang="en-US" dirty="0"/>
              <a:t>Click to edit Master text styles</a:t>
            </a:r>
          </a:p>
        </p:txBody>
      </p:sp>
      <p:sp>
        <p:nvSpPr>
          <p:cNvPr id="15"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rgbClr val="000000"/>
                </a:solidFill>
              </a:defRPr>
            </a:lvl1pPr>
          </a:lstStyle>
          <a:p>
            <a:fld id="{4034BEE3-566C-4068-A777-C3A4762E861B}" type="slidenum">
              <a:rPr lang="en-GB" smtClean="0"/>
              <a:pPr/>
              <a:t>‹#›</a:t>
            </a:fld>
            <a:endParaRPr lang="en-GB" dirty="0"/>
          </a:p>
        </p:txBody>
      </p:sp>
    </p:spTree>
    <p:extLst>
      <p:ext uri="{BB962C8B-B14F-4D97-AF65-F5344CB8AC3E}">
        <p14:creationId xmlns:p14="http://schemas.microsoft.com/office/powerpoint/2010/main" val="3364406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accent6"/>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9AAB0D72-EF64-4427-BF41-BE766B3F0590}"/>
              </a:ext>
            </a:extLst>
          </p:cNvPr>
          <p:cNvSpPr>
            <a:spLocks/>
          </p:cNvSpPr>
          <p:nvPr userDrawn="1"/>
        </p:nvSpPr>
        <p:spPr bwMode="auto">
          <a:xfrm>
            <a:off x="-8316" y="1423107"/>
            <a:ext cx="12208633" cy="5434893"/>
          </a:xfrm>
          <a:custGeom>
            <a:avLst/>
            <a:gdLst>
              <a:gd name="connsiteX0" fmla="*/ 7143321 w 12208633"/>
              <a:gd name="connsiteY0" fmla="*/ 892474 h 5434893"/>
              <a:gd name="connsiteX1" fmla="*/ 7143335 w 12208633"/>
              <a:gd name="connsiteY1" fmla="*/ 895416 h 5434893"/>
              <a:gd name="connsiteX2" fmla="*/ 7147277 w 12208633"/>
              <a:gd name="connsiteY2" fmla="*/ 895507 h 5434893"/>
              <a:gd name="connsiteX3" fmla="*/ 7147099 w 12208633"/>
              <a:gd name="connsiteY3" fmla="*/ 892474 h 5434893"/>
              <a:gd name="connsiteX4" fmla="*/ 6355163 w 12208633"/>
              <a:gd name="connsiteY4" fmla="*/ 727493 h 5434893"/>
              <a:gd name="connsiteX5" fmla="*/ 6355358 w 12208633"/>
              <a:gd name="connsiteY5" fmla="*/ 727687 h 5434893"/>
              <a:gd name="connsiteX6" fmla="*/ 6354969 w 12208633"/>
              <a:gd name="connsiteY6" fmla="*/ 727687 h 5434893"/>
              <a:gd name="connsiteX7" fmla="*/ 6354969 w 12208633"/>
              <a:gd name="connsiteY7" fmla="*/ 728075 h 5434893"/>
              <a:gd name="connsiteX8" fmla="*/ 6355358 w 12208633"/>
              <a:gd name="connsiteY8" fmla="*/ 727687 h 5434893"/>
              <a:gd name="connsiteX9" fmla="*/ 6355552 w 12208633"/>
              <a:gd name="connsiteY9" fmla="*/ 727493 h 5434893"/>
              <a:gd name="connsiteX10" fmla="*/ 6355163 w 12208633"/>
              <a:gd name="connsiteY10" fmla="*/ 727493 h 5434893"/>
              <a:gd name="connsiteX11" fmla="*/ 8604691 w 12208633"/>
              <a:gd name="connsiteY11" fmla="*/ 725788 h 5434893"/>
              <a:gd name="connsiteX12" fmla="*/ 8591193 w 12208633"/>
              <a:gd name="connsiteY12" fmla="*/ 738248 h 5434893"/>
              <a:gd name="connsiteX13" fmla="*/ 8590674 w 12208633"/>
              <a:gd name="connsiteY13" fmla="*/ 889843 h 5434893"/>
              <a:gd name="connsiteX14" fmla="*/ 8603653 w 12208633"/>
              <a:gd name="connsiteY14" fmla="*/ 903341 h 5434893"/>
              <a:gd name="connsiteX15" fmla="*/ 8616632 w 12208633"/>
              <a:gd name="connsiteY15" fmla="*/ 889843 h 5434893"/>
              <a:gd name="connsiteX16" fmla="*/ 8616632 w 12208633"/>
              <a:gd name="connsiteY16" fmla="*/ 815603 h 5434893"/>
              <a:gd name="connsiteX17" fmla="*/ 8616632 w 12208633"/>
              <a:gd name="connsiteY17" fmla="*/ 738767 h 5434893"/>
              <a:gd name="connsiteX18" fmla="*/ 8604691 w 12208633"/>
              <a:gd name="connsiteY18" fmla="*/ 725788 h 5434893"/>
              <a:gd name="connsiteX19" fmla="*/ 8744865 w 12208633"/>
              <a:gd name="connsiteY19" fmla="*/ 683217 h 5434893"/>
              <a:gd name="connsiteX20" fmla="*/ 8735001 w 12208633"/>
              <a:gd name="connsiteY20" fmla="*/ 694119 h 5434893"/>
              <a:gd name="connsiteX21" fmla="*/ 8735520 w 12208633"/>
              <a:gd name="connsiteY21" fmla="*/ 892439 h 5434893"/>
              <a:gd name="connsiteX22" fmla="*/ 8746422 w 12208633"/>
              <a:gd name="connsiteY22" fmla="*/ 903341 h 5434893"/>
              <a:gd name="connsiteX23" fmla="*/ 8787436 w 12208633"/>
              <a:gd name="connsiteY23" fmla="*/ 903341 h 5434893"/>
              <a:gd name="connsiteX24" fmla="*/ 8801454 w 12208633"/>
              <a:gd name="connsiteY24" fmla="*/ 889324 h 5434893"/>
              <a:gd name="connsiteX25" fmla="*/ 8801454 w 12208633"/>
              <a:gd name="connsiteY25" fmla="*/ 818718 h 5434893"/>
              <a:gd name="connsiteX26" fmla="*/ 8807164 w 12208633"/>
              <a:gd name="connsiteY26" fmla="*/ 805739 h 5434893"/>
              <a:gd name="connsiteX27" fmla="*/ 8822739 w 12208633"/>
              <a:gd name="connsiteY27" fmla="*/ 781857 h 5434893"/>
              <a:gd name="connsiteX28" fmla="*/ 8811317 w 12208633"/>
              <a:gd name="connsiteY28" fmla="*/ 771474 h 5434893"/>
              <a:gd name="connsiteX29" fmla="*/ 8773938 w 12208633"/>
              <a:gd name="connsiteY29" fmla="*/ 771474 h 5434893"/>
              <a:gd name="connsiteX30" fmla="*/ 8756286 w 12208633"/>
              <a:gd name="connsiteY30" fmla="*/ 754342 h 5434893"/>
              <a:gd name="connsiteX31" fmla="*/ 8756286 w 12208633"/>
              <a:gd name="connsiteY31" fmla="*/ 725269 h 5434893"/>
              <a:gd name="connsiteX32" fmla="*/ 8755767 w 12208633"/>
              <a:gd name="connsiteY32" fmla="*/ 725269 h 5434893"/>
              <a:gd name="connsiteX33" fmla="*/ 8755767 w 12208633"/>
              <a:gd name="connsiteY33" fmla="*/ 694638 h 5434893"/>
              <a:gd name="connsiteX34" fmla="*/ 8744865 w 12208633"/>
              <a:gd name="connsiteY34" fmla="*/ 683217 h 5434893"/>
              <a:gd name="connsiteX35" fmla="*/ 5999516 w 12208633"/>
              <a:gd name="connsiteY35" fmla="*/ 672943 h 5434893"/>
              <a:gd name="connsiteX36" fmla="*/ 5999516 w 12208633"/>
              <a:gd name="connsiteY36" fmla="*/ 672950 h 5434893"/>
              <a:gd name="connsiteX37" fmla="*/ 6106191 w 12208633"/>
              <a:gd name="connsiteY37" fmla="*/ 672950 h 5434893"/>
              <a:gd name="connsiteX38" fmla="*/ 6106226 w 12208633"/>
              <a:gd name="connsiteY38" fmla="*/ 672943 h 5434893"/>
              <a:gd name="connsiteX39" fmla="*/ 6103287 w 12208633"/>
              <a:gd name="connsiteY39" fmla="*/ 672943 h 5434893"/>
              <a:gd name="connsiteX40" fmla="*/ 6095614 w 12208633"/>
              <a:gd name="connsiteY40" fmla="*/ 672943 h 5434893"/>
              <a:gd name="connsiteX41" fmla="*/ 5844017 w 12208633"/>
              <a:gd name="connsiteY41" fmla="*/ 672943 h 5434893"/>
              <a:gd name="connsiteX42" fmla="*/ 5844017 w 12208633"/>
              <a:gd name="connsiteY42" fmla="*/ 672950 h 5434893"/>
              <a:gd name="connsiteX43" fmla="*/ 5950885 w 12208633"/>
              <a:gd name="connsiteY43" fmla="*/ 672950 h 5434893"/>
              <a:gd name="connsiteX44" fmla="*/ 5950920 w 12208633"/>
              <a:gd name="connsiteY44" fmla="*/ 672943 h 5434893"/>
              <a:gd name="connsiteX45" fmla="*/ 5947738 w 12208633"/>
              <a:gd name="connsiteY45" fmla="*/ 672943 h 5434893"/>
              <a:gd name="connsiteX46" fmla="*/ 5940066 w 12208633"/>
              <a:gd name="connsiteY46" fmla="*/ 672943 h 5434893"/>
              <a:gd name="connsiteX47" fmla="*/ 2661207 w 12208633"/>
              <a:gd name="connsiteY47" fmla="*/ 578320 h 5434893"/>
              <a:gd name="connsiteX48" fmla="*/ 2649387 w 12208633"/>
              <a:gd name="connsiteY48" fmla="*/ 591167 h 5434893"/>
              <a:gd name="connsiteX49" fmla="*/ 2649387 w 12208633"/>
              <a:gd name="connsiteY49" fmla="*/ 660718 h 5434893"/>
              <a:gd name="connsiteX50" fmla="*/ 2661207 w 12208633"/>
              <a:gd name="connsiteY50" fmla="*/ 660966 h 5434893"/>
              <a:gd name="connsiteX51" fmla="*/ 2661207 w 12208633"/>
              <a:gd name="connsiteY51" fmla="*/ 612643 h 5434893"/>
              <a:gd name="connsiteX52" fmla="*/ 2521154 w 12208633"/>
              <a:gd name="connsiteY52" fmla="*/ 535617 h 5434893"/>
              <a:gd name="connsiteX53" fmla="*/ 2510252 w 12208633"/>
              <a:gd name="connsiteY53" fmla="*/ 547038 h 5434893"/>
              <a:gd name="connsiteX54" fmla="*/ 2510252 w 12208633"/>
              <a:gd name="connsiteY54" fmla="*/ 577669 h 5434893"/>
              <a:gd name="connsiteX55" fmla="*/ 2509733 w 12208633"/>
              <a:gd name="connsiteY55" fmla="*/ 577669 h 5434893"/>
              <a:gd name="connsiteX56" fmla="*/ 2509733 w 12208633"/>
              <a:gd name="connsiteY56" fmla="*/ 606742 h 5434893"/>
              <a:gd name="connsiteX57" fmla="*/ 2492081 w 12208633"/>
              <a:gd name="connsiteY57" fmla="*/ 623874 h 5434893"/>
              <a:gd name="connsiteX58" fmla="*/ 2454702 w 12208633"/>
              <a:gd name="connsiteY58" fmla="*/ 623874 h 5434893"/>
              <a:gd name="connsiteX59" fmla="*/ 2443280 w 12208633"/>
              <a:gd name="connsiteY59" fmla="*/ 634257 h 5434893"/>
              <a:gd name="connsiteX60" fmla="*/ 2458855 w 12208633"/>
              <a:gd name="connsiteY60" fmla="*/ 658139 h 5434893"/>
              <a:gd name="connsiteX61" fmla="*/ 2464565 w 12208633"/>
              <a:gd name="connsiteY61" fmla="*/ 671118 h 5434893"/>
              <a:gd name="connsiteX62" fmla="*/ 2464565 w 12208633"/>
              <a:gd name="connsiteY62" fmla="*/ 735104 h 5434893"/>
              <a:gd name="connsiteX63" fmla="*/ 2530525 w 12208633"/>
              <a:gd name="connsiteY63" fmla="*/ 735104 h 5434893"/>
              <a:gd name="connsiteX64" fmla="*/ 2531018 w 12208633"/>
              <a:gd name="connsiteY64" fmla="*/ 546519 h 5434893"/>
              <a:gd name="connsiteX65" fmla="*/ 2521154 w 12208633"/>
              <a:gd name="connsiteY65" fmla="*/ 535617 h 5434893"/>
              <a:gd name="connsiteX66" fmla="*/ 8701774 w 12208633"/>
              <a:gd name="connsiteY66" fmla="*/ 534218 h 5434893"/>
              <a:gd name="connsiteX67" fmla="*/ 8688276 w 12208633"/>
              <a:gd name="connsiteY67" fmla="*/ 540967 h 5434893"/>
              <a:gd name="connsiteX68" fmla="*/ 8695025 w 12208633"/>
              <a:gd name="connsiteY68" fmla="*/ 567963 h 5434893"/>
              <a:gd name="connsiteX69" fmla="*/ 8735520 w 12208633"/>
              <a:gd name="connsiteY69" fmla="*/ 637012 h 5434893"/>
              <a:gd name="connsiteX70" fmla="*/ 8760440 w 12208633"/>
              <a:gd name="connsiteY70" fmla="*/ 664008 h 5434893"/>
              <a:gd name="connsiteX71" fmla="*/ 8767189 w 12208633"/>
              <a:gd name="connsiteY71" fmla="*/ 664527 h 5434893"/>
              <a:gd name="connsiteX72" fmla="*/ 8776534 w 12208633"/>
              <a:gd name="connsiteY72" fmla="*/ 675429 h 5434893"/>
              <a:gd name="connsiteX73" fmla="*/ 8776014 w 12208633"/>
              <a:gd name="connsiteY73" fmla="*/ 724750 h 5434893"/>
              <a:gd name="connsiteX74" fmla="*/ 8799896 w 12208633"/>
              <a:gd name="connsiteY74" fmla="*/ 750708 h 5434893"/>
              <a:gd name="connsiteX75" fmla="*/ 8804049 w 12208633"/>
              <a:gd name="connsiteY75" fmla="*/ 751227 h 5434893"/>
              <a:gd name="connsiteX76" fmla="*/ 8822739 w 12208633"/>
              <a:gd name="connsiteY76" fmla="*/ 740324 h 5434893"/>
              <a:gd name="connsiteX77" fmla="*/ 8806645 w 12208633"/>
              <a:gd name="connsiteY77" fmla="*/ 712809 h 5434893"/>
              <a:gd name="connsiteX78" fmla="*/ 8785359 w 12208633"/>
              <a:gd name="connsiteY78" fmla="*/ 691004 h 5434893"/>
              <a:gd name="connsiteX79" fmla="*/ 8785359 w 12208633"/>
              <a:gd name="connsiteY79" fmla="*/ 620399 h 5434893"/>
              <a:gd name="connsiteX80" fmla="*/ 8784840 w 12208633"/>
              <a:gd name="connsiteY80" fmla="*/ 620399 h 5434893"/>
              <a:gd name="connsiteX81" fmla="*/ 8784840 w 12208633"/>
              <a:gd name="connsiteY81" fmla="*/ 548755 h 5434893"/>
              <a:gd name="connsiteX82" fmla="*/ 8770823 w 12208633"/>
              <a:gd name="connsiteY82" fmla="*/ 534218 h 5434893"/>
              <a:gd name="connsiteX83" fmla="*/ 8701774 w 12208633"/>
              <a:gd name="connsiteY83" fmla="*/ 534218 h 5434893"/>
              <a:gd name="connsiteX84" fmla="*/ 7932693 w 12208633"/>
              <a:gd name="connsiteY84" fmla="*/ 518578 h 5434893"/>
              <a:gd name="connsiteX85" fmla="*/ 7932378 w 12208633"/>
              <a:gd name="connsiteY85" fmla="*/ 519208 h 5434893"/>
              <a:gd name="connsiteX86" fmla="*/ 7932693 w 12208633"/>
              <a:gd name="connsiteY86" fmla="*/ 519208 h 5434893"/>
              <a:gd name="connsiteX87" fmla="*/ 7932693 w 12208633"/>
              <a:gd name="connsiteY87" fmla="*/ 518578 h 5434893"/>
              <a:gd name="connsiteX88" fmla="*/ 7991282 w 12208633"/>
              <a:gd name="connsiteY88" fmla="*/ 518263 h 5434893"/>
              <a:gd name="connsiteX89" fmla="*/ 7991282 w 12208633"/>
              <a:gd name="connsiteY89" fmla="*/ 518892 h 5434893"/>
              <a:gd name="connsiteX90" fmla="*/ 7991597 w 12208633"/>
              <a:gd name="connsiteY90" fmla="*/ 518892 h 5434893"/>
              <a:gd name="connsiteX91" fmla="*/ 7991282 w 12208633"/>
              <a:gd name="connsiteY91" fmla="*/ 518263 h 5434893"/>
              <a:gd name="connsiteX92" fmla="*/ 7933323 w 12208633"/>
              <a:gd name="connsiteY92" fmla="*/ 517633 h 5434893"/>
              <a:gd name="connsiteX93" fmla="*/ 7933008 w 12208633"/>
              <a:gd name="connsiteY93" fmla="*/ 518263 h 5434893"/>
              <a:gd name="connsiteX94" fmla="*/ 7933323 w 12208633"/>
              <a:gd name="connsiteY94" fmla="*/ 518263 h 5434893"/>
              <a:gd name="connsiteX95" fmla="*/ 7933323 w 12208633"/>
              <a:gd name="connsiteY95" fmla="*/ 517633 h 5434893"/>
              <a:gd name="connsiteX96" fmla="*/ 9995853 w 12208633"/>
              <a:gd name="connsiteY96" fmla="*/ 483450 h 5434893"/>
              <a:gd name="connsiteX97" fmla="*/ 9995853 w 12208633"/>
              <a:gd name="connsiteY97" fmla="*/ 547260 h 5434893"/>
              <a:gd name="connsiteX98" fmla="*/ 10005688 w 12208633"/>
              <a:gd name="connsiteY98" fmla="*/ 548252 h 5434893"/>
              <a:gd name="connsiteX99" fmla="*/ 10070193 w 12208633"/>
              <a:gd name="connsiteY99" fmla="*/ 627396 h 5434893"/>
              <a:gd name="connsiteX100" fmla="*/ 10070193 w 12208633"/>
              <a:gd name="connsiteY100" fmla="*/ 839288 h 5434893"/>
              <a:gd name="connsiteX101" fmla="*/ 10098404 w 12208633"/>
              <a:gd name="connsiteY101" fmla="*/ 839288 h 5434893"/>
              <a:gd name="connsiteX102" fmla="*/ 10098404 w 12208633"/>
              <a:gd name="connsiteY102" fmla="*/ 483450 h 5434893"/>
              <a:gd name="connsiteX103" fmla="*/ 9781381 w 12208633"/>
              <a:gd name="connsiteY103" fmla="*/ 483450 h 5434893"/>
              <a:gd name="connsiteX104" fmla="*/ 9781381 w 12208633"/>
              <a:gd name="connsiteY104" fmla="*/ 547123 h 5434893"/>
              <a:gd name="connsiteX105" fmla="*/ 9792075 w 12208633"/>
              <a:gd name="connsiteY105" fmla="*/ 548201 h 5434893"/>
              <a:gd name="connsiteX106" fmla="*/ 9856579 w 12208633"/>
              <a:gd name="connsiteY106" fmla="*/ 627345 h 5434893"/>
              <a:gd name="connsiteX107" fmla="*/ 9856579 w 12208633"/>
              <a:gd name="connsiteY107" fmla="*/ 839288 h 5434893"/>
              <a:gd name="connsiteX108" fmla="*/ 9908622 w 12208633"/>
              <a:gd name="connsiteY108" fmla="*/ 839288 h 5434893"/>
              <a:gd name="connsiteX109" fmla="*/ 9908621 w 12208633"/>
              <a:gd name="connsiteY109" fmla="*/ 627396 h 5434893"/>
              <a:gd name="connsiteX110" fmla="*/ 9908622 w 12208633"/>
              <a:gd name="connsiteY110" fmla="*/ 627394 h 5434893"/>
              <a:gd name="connsiteX111" fmla="*/ 9908622 w 12208633"/>
              <a:gd name="connsiteY111" fmla="*/ 620889 h 5434893"/>
              <a:gd name="connsiteX112" fmla="*/ 9909277 w 12208633"/>
              <a:gd name="connsiteY112" fmla="*/ 620889 h 5434893"/>
              <a:gd name="connsiteX113" fmla="*/ 9910263 w 12208633"/>
              <a:gd name="connsiteY113" fmla="*/ 611115 h 5434893"/>
              <a:gd name="connsiteX114" fmla="*/ 9975107 w 12208633"/>
              <a:gd name="connsiteY114" fmla="*/ 547872 h 5434893"/>
              <a:gd name="connsiteX115" fmla="*/ 9975644 w 12208633"/>
              <a:gd name="connsiteY115" fmla="*/ 547825 h 5434893"/>
              <a:gd name="connsiteX116" fmla="*/ 9975644 w 12208633"/>
              <a:gd name="connsiteY116" fmla="*/ 483450 h 5434893"/>
              <a:gd name="connsiteX117" fmla="*/ 4460613 w 12208633"/>
              <a:gd name="connsiteY117" fmla="*/ 410313 h 5434893"/>
              <a:gd name="connsiteX118" fmla="*/ 4460613 w 12208633"/>
              <a:gd name="connsiteY118" fmla="*/ 474688 h 5434893"/>
              <a:gd name="connsiteX119" fmla="*/ 4461150 w 12208633"/>
              <a:gd name="connsiteY119" fmla="*/ 474735 h 5434893"/>
              <a:gd name="connsiteX120" fmla="*/ 4525994 w 12208633"/>
              <a:gd name="connsiteY120" fmla="*/ 537978 h 5434893"/>
              <a:gd name="connsiteX121" fmla="*/ 4526979 w 12208633"/>
              <a:gd name="connsiteY121" fmla="*/ 547752 h 5434893"/>
              <a:gd name="connsiteX122" fmla="*/ 4527635 w 12208633"/>
              <a:gd name="connsiteY122" fmla="*/ 547752 h 5434893"/>
              <a:gd name="connsiteX123" fmla="*/ 4527635 w 12208633"/>
              <a:gd name="connsiteY123" fmla="*/ 554257 h 5434893"/>
              <a:gd name="connsiteX124" fmla="*/ 4527635 w 12208633"/>
              <a:gd name="connsiteY124" fmla="*/ 554259 h 5434893"/>
              <a:gd name="connsiteX125" fmla="*/ 4527635 w 12208633"/>
              <a:gd name="connsiteY125" fmla="*/ 766151 h 5434893"/>
              <a:gd name="connsiteX126" fmla="*/ 4579677 w 12208633"/>
              <a:gd name="connsiteY126" fmla="*/ 766151 h 5434893"/>
              <a:gd name="connsiteX127" fmla="*/ 4579677 w 12208633"/>
              <a:gd name="connsiteY127" fmla="*/ 554208 h 5434893"/>
              <a:gd name="connsiteX128" fmla="*/ 4644181 w 12208633"/>
              <a:gd name="connsiteY128" fmla="*/ 475064 h 5434893"/>
              <a:gd name="connsiteX129" fmla="*/ 4654875 w 12208633"/>
              <a:gd name="connsiteY129" fmla="*/ 473986 h 5434893"/>
              <a:gd name="connsiteX130" fmla="*/ 4654875 w 12208633"/>
              <a:gd name="connsiteY130" fmla="*/ 410313 h 5434893"/>
              <a:gd name="connsiteX131" fmla="*/ 4337854 w 12208633"/>
              <a:gd name="connsiteY131" fmla="*/ 410313 h 5434893"/>
              <a:gd name="connsiteX132" fmla="*/ 4337854 w 12208633"/>
              <a:gd name="connsiteY132" fmla="*/ 645080 h 5434893"/>
              <a:gd name="connsiteX133" fmla="*/ 4354002 w 12208633"/>
              <a:gd name="connsiteY133" fmla="*/ 645080 h 5434893"/>
              <a:gd name="connsiteX134" fmla="*/ 4366063 w 12208633"/>
              <a:gd name="connsiteY134" fmla="*/ 645080 h 5434893"/>
              <a:gd name="connsiteX135" fmla="*/ 4366063 w 12208633"/>
              <a:gd name="connsiteY135" fmla="*/ 554259 h 5434893"/>
              <a:gd name="connsiteX136" fmla="*/ 4430568 w 12208633"/>
              <a:gd name="connsiteY136" fmla="*/ 475115 h 5434893"/>
              <a:gd name="connsiteX137" fmla="*/ 4440404 w 12208633"/>
              <a:gd name="connsiteY137" fmla="*/ 474123 h 5434893"/>
              <a:gd name="connsiteX138" fmla="*/ 4440404 w 12208633"/>
              <a:gd name="connsiteY138" fmla="*/ 410313 h 5434893"/>
              <a:gd name="connsiteX139" fmla="*/ 2495196 w 12208633"/>
              <a:gd name="connsiteY139" fmla="*/ 386617 h 5434893"/>
              <a:gd name="connsiteX140" fmla="*/ 2481179 w 12208633"/>
              <a:gd name="connsiteY140" fmla="*/ 401154 h 5434893"/>
              <a:gd name="connsiteX141" fmla="*/ 2481179 w 12208633"/>
              <a:gd name="connsiteY141" fmla="*/ 472798 h 5434893"/>
              <a:gd name="connsiteX142" fmla="*/ 2480660 w 12208633"/>
              <a:gd name="connsiteY142" fmla="*/ 472798 h 5434893"/>
              <a:gd name="connsiteX143" fmla="*/ 2480660 w 12208633"/>
              <a:gd name="connsiteY143" fmla="*/ 543404 h 5434893"/>
              <a:gd name="connsiteX144" fmla="*/ 2459374 w 12208633"/>
              <a:gd name="connsiteY144" fmla="*/ 565209 h 5434893"/>
              <a:gd name="connsiteX145" fmla="*/ 2443280 w 12208633"/>
              <a:gd name="connsiteY145" fmla="*/ 592724 h 5434893"/>
              <a:gd name="connsiteX146" fmla="*/ 2461970 w 12208633"/>
              <a:gd name="connsiteY146" fmla="*/ 603627 h 5434893"/>
              <a:gd name="connsiteX147" fmla="*/ 2466123 w 12208633"/>
              <a:gd name="connsiteY147" fmla="*/ 603108 h 5434893"/>
              <a:gd name="connsiteX148" fmla="*/ 2490005 w 12208633"/>
              <a:gd name="connsiteY148" fmla="*/ 577150 h 5434893"/>
              <a:gd name="connsiteX149" fmla="*/ 2489485 w 12208633"/>
              <a:gd name="connsiteY149" fmla="*/ 527829 h 5434893"/>
              <a:gd name="connsiteX150" fmla="*/ 2498830 w 12208633"/>
              <a:gd name="connsiteY150" fmla="*/ 516927 h 5434893"/>
              <a:gd name="connsiteX151" fmla="*/ 2505579 w 12208633"/>
              <a:gd name="connsiteY151" fmla="*/ 516408 h 5434893"/>
              <a:gd name="connsiteX152" fmla="*/ 2530499 w 12208633"/>
              <a:gd name="connsiteY152" fmla="*/ 489411 h 5434893"/>
              <a:gd name="connsiteX153" fmla="*/ 2570994 w 12208633"/>
              <a:gd name="connsiteY153" fmla="*/ 420363 h 5434893"/>
              <a:gd name="connsiteX154" fmla="*/ 2577743 w 12208633"/>
              <a:gd name="connsiteY154" fmla="*/ 393366 h 5434893"/>
              <a:gd name="connsiteX155" fmla="*/ 2564244 w 12208633"/>
              <a:gd name="connsiteY155" fmla="*/ 386617 h 5434893"/>
              <a:gd name="connsiteX156" fmla="*/ 2495196 w 12208633"/>
              <a:gd name="connsiteY156" fmla="*/ 386617 h 5434893"/>
              <a:gd name="connsiteX157" fmla="*/ 9258835 w 12208633"/>
              <a:gd name="connsiteY157" fmla="*/ 0 h 5434893"/>
              <a:gd name="connsiteX158" fmla="*/ 9334633 w 12208633"/>
              <a:gd name="connsiteY158" fmla="*/ 0 h 5434893"/>
              <a:gd name="connsiteX159" fmla="*/ 9369417 w 12208633"/>
              <a:gd name="connsiteY159" fmla="*/ 714886 h 5434893"/>
              <a:gd name="connsiteX160" fmla="*/ 9451963 w 12208633"/>
              <a:gd name="connsiteY160" fmla="*/ 716443 h 5434893"/>
              <a:gd name="connsiteX161" fmla="*/ 9451511 w 12208633"/>
              <a:gd name="connsiteY161" fmla="*/ 839288 h 5434893"/>
              <a:gd name="connsiteX162" fmla="*/ 9695008 w 12208633"/>
              <a:gd name="connsiteY162" fmla="*/ 839288 h 5434893"/>
              <a:gd name="connsiteX163" fmla="*/ 9695008 w 12208633"/>
              <a:gd name="connsiteY163" fmla="*/ 627345 h 5434893"/>
              <a:gd name="connsiteX164" fmla="*/ 9695008 w 12208633"/>
              <a:gd name="connsiteY164" fmla="*/ 627342 h 5434893"/>
              <a:gd name="connsiteX165" fmla="*/ 9695008 w 12208633"/>
              <a:gd name="connsiteY165" fmla="*/ 620838 h 5434893"/>
              <a:gd name="connsiteX166" fmla="*/ 9695582 w 12208633"/>
              <a:gd name="connsiteY166" fmla="*/ 620838 h 5434893"/>
              <a:gd name="connsiteX167" fmla="*/ 9696270 w 12208633"/>
              <a:gd name="connsiteY167" fmla="*/ 613044 h 5434893"/>
              <a:gd name="connsiteX168" fmla="*/ 9759513 w 12208633"/>
              <a:gd name="connsiteY168" fmla="*/ 548201 h 5434893"/>
              <a:gd name="connsiteX169" fmla="*/ 9761172 w 12208633"/>
              <a:gd name="connsiteY169" fmla="*/ 548033 h 5434893"/>
              <a:gd name="connsiteX170" fmla="*/ 9761172 w 12208633"/>
              <a:gd name="connsiteY170" fmla="*/ 452927 h 5434893"/>
              <a:gd name="connsiteX171" fmla="*/ 9781381 w 12208633"/>
              <a:gd name="connsiteY171" fmla="*/ 452927 h 5434893"/>
              <a:gd name="connsiteX172" fmla="*/ 9781381 w 12208633"/>
              <a:gd name="connsiteY172" fmla="*/ 453137 h 5434893"/>
              <a:gd name="connsiteX173" fmla="*/ 10098404 w 12208633"/>
              <a:gd name="connsiteY173" fmla="*/ 453137 h 5434893"/>
              <a:gd name="connsiteX174" fmla="*/ 10098404 w 12208633"/>
              <a:gd name="connsiteY174" fmla="*/ 395857 h 5434893"/>
              <a:gd name="connsiteX175" fmla="*/ 10098404 w 12208633"/>
              <a:gd name="connsiteY175" fmla="*/ 395855 h 5434893"/>
              <a:gd name="connsiteX176" fmla="*/ 10098404 w 12208633"/>
              <a:gd name="connsiteY176" fmla="*/ 322646 h 5434893"/>
              <a:gd name="connsiteX177" fmla="*/ 10147724 w 12208633"/>
              <a:gd name="connsiteY177" fmla="*/ 322646 h 5434893"/>
              <a:gd name="connsiteX178" fmla="*/ 10192315 w 12208633"/>
              <a:gd name="connsiteY178" fmla="*/ 322646 h 5434893"/>
              <a:gd name="connsiteX179" fmla="*/ 10192315 w 12208633"/>
              <a:gd name="connsiteY179" fmla="*/ 412796 h 5434893"/>
              <a:gd name="connsiteX180" fmla="*/ 10192315 w 12208633"/>
              <a:gd name="connsiteY180" fmla="*/ 839288 h 5434893"/>
              <a:gd name="connsiteX181" fmla="*/ 10237382 w 12208633"/>
              <a:gd name="connsiteY181" fmla="*/ 839288 h 5434893"/>
              <a:gd name="connsiteX182" fmla="*/ 10237382 w 12208633"/>
              <a:gd name="connsiteY182" fmla="*/ 787976 h 5434893"/>
              <a:gd name="connsiteX183" fmla="*/ 10237382 w 12208633"/>
              <a:gd name="connsiteY183" fmla="*/ 787525 h 5434893"/>
              <a:gd name="connsiteX184" fmla="*/ 10237382 w 12208633"/>
              <a:gd name="connsiteY184" fmla="*/ 786823 h 5434893"/>
              <a:gd name="connsiteX185" fmla="*/ 10293811 w 12208633"/>
              <a:gd name="connsiteY185" fmla="*/ 786823 h 5434893"/>
              <a:gd name="connsiteX186" fmla="*/ 10293811 w 12208633"/>
              <a:gd name="connsiteY186" fmla="*/ 486617 h 5434893"/>
              <a:gd name="connsiteX187" fmla="*/ 10293811 w 12208633"/>
              <a:gd name="connsiteY187" fmla="*/ 486615 h 5434893"/>
              <a:gd name="connsiteX188" fmla="*/ 10293811 w 12208633"/>
              <a:gd name="connsiteY188" fmla="*/ 412796 h 5434893"/>
              <a:gd name="connsiteX189" fmla="*/ 10293812 w 12208633"/>
              <a:gd name="connsiteY189" fmla="*/ 412796 h 5434893"/>
              <a:gd name="connsiteX190" fmla="*/ 10364543 w 12208633"/>
              <a:gd name="connsiteY190" fmla="*/ 412796 h 5434893"/>
              <a:gd name="connsiteX191" fmla="*/ 10435273 w 12208633"/>
              <a:gd name="connsiteY191" fmla="*/ 412796 h 5434893"/>
              <a:gd name="connsiteX192" fmla="*/ 10435273 w 12208633"/>
              <a:gd name="connsiteY192" fmla="*/ 493478 h 5434893"/>
              <a:gd name="connsiteX193" fmla="*/ 10435272 w 12208633"/>
              <a:gd name="connsiteY193" fmla="*/ 493478 h 5434893"/>
              <a:gd name="connsiteX194" fmla="*/ 10435272 w 12208633"/>
              <a:gd name="connsiteY194" fmla="*/ 787653 h 5434893"/>
              <a:gd name="connsiteX195" fmla="*/ 10479889 w 12208633"/>
              <a:gd name="connsiteY195" fmla="*/ 787653 h 5434893"/>
              <a:gd name="connsiteX196" fmla="*/ 10479889 w 12208633"/>
              <a:gd name="connsiteY196" fmla="*/ 834346 h 5434893"/>
              <a:gd name="connsiteX197" fmla="*/ 10479889 w 12208633"/>
              <a:gd name="connsiteY197" fmla="*/ 883894 h 5434893"/>
              <a:gd name="connsiteX198" fmla="*/ 10634153 w 12208633"/>
              <a:gd name="connsiteY198" fmla="*/ 798062 h 5434893"/>
              <a:gd name="connsiteX199" fmla="*/ 10634153 w 12208633"/>
              <a:gd name="connsiteY199" fmla="*/ 890261 h 5434893"/>
              <a:gd name="connsiteX200" fmla="*/ 10799859 w 12208633"/>
              <a:gd name="connsiteY200" fmla="*/ 798062 h 5434893"/>
              <a:gd name="connsiteX201" fmla="*/ 10799859 w 12208633"/>
              <a:gd name="connsiteY201" fmla="*/ 890261 h 5434893"/>
              <a:gd name="connsiteX202" fmla="*/ 10965565 w 12208633"/>
              <a:gd name="connsiteY202" fmla="*/ 798062 h 5434893"/>
              <a:gd name="connsiteX203" fmla="*/ 10965565 w 12208633"/>
              <a:gd name="connsiteY203" fmla="*/ 890261 h 5434893"/>
              <a:gd name="connsiteX204" fmla="*/ 11131272 w 12208633"/>
              <a:gd name="connsiteY204" fmla="*/ 798062 h 5434893"/>
              <a:gd name="connsiteX205" fmla="*/ 11131272 w 12208633"/>
              <a:gd name="connsiteY205" fmla="*/ 894809 h 5434893"/>
              <a:gd name="connsiteX206" fmla="*/ 10965565 w 12208633"/>
              <a:gd name="connsiteY206" fmla="*/ 894809 h 5434893"/>
              <a:gd name="connsiteX207" fmla="*/ 10957391 w 12208633"/>
              <a:gd name="connsiteY207" fmla="*/ 894809 h 5434893"/>
              <a:gd name="connsiteX208" fmla="*/ 10799859 w 12208633"/>
              <a:gd name="connsiteY208" fmla="*/ 894809 h 5434893"/>
              <a:gd name="connsiteX209" fmla="*/ 10791685 w 12208633"/>
              <a:gd name="connsiteY209" fmla="*/ 894809 h 5434893"/>
              <a:gd name="connsiteX210" fmla="*/ 10634153 w 12208633"/>
              <a:gd name="connsiteY210" fmla="*/ 894809 h 5434893"/>
              <a:gd name="connsiteX211" fmla="*/ 10625978 w 12208633"/>
              <a:gd name="connsiteY211" fmla="*/ 894809 h 5434893"/>
              <a:gd name="connsiteX212" fmla="*/ 10479889 w 12208633"/>
              <a:gd name="connsiteY212" fmla="*/ 894809 h 5434893"/>
              <a:gd name="connsiteX213" fmla="*/ 10479889 w 12208633"/>
              <a:gd name="connsiteY213" fmla="*/ 894815 h 5434893"/>
              <a:gd name="connsiteX214" fmla="*/ 11131272 w 12208633"/>
              <a:gd name="connsiteY214" fmla="*/ 894815 h 5434893"/>
              <a:gd name="connsiteX215" fmla="*/ 11131272 w 12208633"/>
              <a:gd name="connsiteY215" fmla="*/ 930426 h 5434893"/>
              <a:gd name="connsiteX216" fmla="*/ 11131272 w 12208633"/>
              <a:gd name="connsiteY216" fmla="*/ 1058032 h 5434893"/>
              <a:gd name="connsiteX217" fmla="*/ 11135416 w 12208633"/>
              <a:gd name="connsiteY217" fmla="*/ 1058032 h 5434893"/>
              <a:gd name="connsiteX218" fmla="*/ 11135416 w 12208633"/>
              <a:gd name="connsiteY218" fmla="*/ 475513 h 5434893"/>
              <a:gd name="connsiteX219" fmla="*/ 11317073 w 12208633"/>
              <a:gd name="connsiteY219" fmla="*/ 475513 h 5434893"/>
              <a:gd name="connsiteX220" fmla="*/ 11317073 w 12208633"/>
              <a:gd name="connsiteY220" fmla="*/ 957415 h 5434893"/>
              <a:gd name="connsiteX221" fmla="*/ 11385524 w 12208633"/>
              <a:gd name="connsiteY221" fmla="*/ 864742 h 5434893"/>
              <a:gd name="connsiteX222" fmla="*/ 11467139 w 12208633"/>
              <a:gd name="connsiteY222" fmla="*/ 970654 h 5434893"/>
              <a:gd name="connsiteX223" fmla="*/ 11540855 w 12208633"/>
              <a:gd name="connsiteY223" fmla="*/ 864742 h 5434893"/>
              <a:gd name="connsiteX224" fmla="*/ 11622470 w 12208633"/>
              <a:gd name="connsiteY224" fmla="*/ 970654 h 5434893"/>
              <a:gd name="connsiteX225" fmla="*/ 11696186 w 12208633"/>
              <a:gd name="connsiteY225" fmla="*/ 864742 h 5434893"/>
              <a:gd name="connsiteX226" fmla="*/ 11777800 w 12208633"/>
              <a:gd name="connsiteY226" fmla="*/ 970654 h 5434893"/>
              <a:gd name="connsiteX227" fmla="*/ 11777800 w 12208633"/>
              <a:gd name="connsiteY227" fmla="*/ 994485 h 5434893"/>
              <a:gd name="connsiteX228" fmla="*/ 11851517 w 12208633"/>
              <a:gd name="connsiteY228" fmla="*/ 994485 h 5434893"/>
              <a:gd name="connsiteX229" fmla="*/ 11851517 w 12208633"/>
              <a:gd name="connsiteY229" fmla="*/ 920346 h 5434893"/>
              <a:gd name="connsiteX230" fmla="*/ 11759371 w 12208633"/>
              <a:gd name="connsiteY230" fmla="*/ 806490 h 5434893"/>
              <a:gd name="connsiteX231" fmla="*/ 11851517 w 12208633"/>
              <a:gd name="connsiteY231" fmla="*/ 692634 h 5434893"/>
              <a:gd name="connsiteX232" fmla="*/ 11851517 w 12208633"/>
              <a:gd name="connsiteY232" fmla="*/ 562891 h 5434893"/>
              <a:gd name="connsiteX233" fmla="*/ 11898906 w 12208633"/>
              <a:gd name="connsiteY233" fmla="*/ 562891 h 5434893"/>
              <a:gd name="connsiteX234" fmla="*/ 11898906 w 12208633"/>
              <a:gd name="connsiteY234" fmla="*/ 692634 h 5434893"/>
              <a:gd name="connsiteX235" fmla="*/ 11991051 w 12208633"/>
              <a:gd name="connsiteY235" fmla="*/ 806490 h 5434893"/>
              <a:gd name="connsiteX236" fmla="*/ 11898906 w 12208633"/>
              <a:gd name="connsiteY236" fmla="*/ 920346 h 5434893"/>
              <a:gd name="connsiteX237" fmla="*/ 11898906 w 12208633"/>
              <a:gd name="connsiteY237" fmla="*/ 994485 h 5434893"/>
              <a:gd name="connsiteX238" fmla="*/ 11962091 w 12208633"/>
              <a:gd name="connsiteY238" fmla="*/ 994485 h 5434893"/>
              <a:gd name="connsiteX239" fmla="*/ 11962091 w 12208633"/>
              <a:gd name="connsiteY239" fmla="*/ 917698 h 5434893"/>
              <a:gd name="connsiteX240" fmla="*/ 12041073 w 12208633"/>
              <a:gd name="connsiteY240" fmla="*/ 917698 h 5434893"/>
              <a:gd name="connsiteX241" fmla="*/ 12041073 w 12208633"/>
              <a:gd name="connsiteY241" fmla="*/ 817081 h 5434893"/>
              <a:gd name="connsiteX242" fmla="*/ 12155715 w 12208633"/>
              <a:gd name="connsiteY242" fmla="*/ 817081 h 5434893"/>
              <a:gd name="connsiteX243" fmla="*/ 12200316 w 12208633"/>
              <a:gd name="connsiteY243" fmla="*/ 817081 h 5434893"/>
              <a:gd name="connsiteX244" fmla="*/ 12200316 w 12208633"/>
              <a:gd name="connsiteY244" fmla="*/ 1105184 h 5434893"/>
              <a:gd name="connsiteX245" fmla="*/ 12208559 w 12208633"/>
              <a:gd name="connsiteY245" fmla="*/ 1105184 h 5434893"/>
              <a:gd name="connsiteX246" fmla="*/ 12208559 w 12208633"/>
              <a:gd name="connsiteY246" fmla="*/ 1153840 h 5434893"/>
              <a:gd name="connsiteX247" fmla="*/ 12208559 w 12208633"/>
              <a:gd name="connsiteY247" fmla="*/ 1225322 h 5434893"/>
              <a:gd name="connsiteX248" fmla="*/ 12208633 w 12208633"/>
              <a:gd name="connsiteY248" fmla="*/ 1225322 h 5434893"/>
              <a:gd name="connsiteX249" fmla="*/ 12208633 w 12208633"/>
              <a:gd name="connsiteY249" fmla="*/ 1247932 h 5434893"/>
              <a:gd name="connsiteX250" fmla="*/ 12200316 w 12208633"/>
              <a:gd name="connsiteY250" fmla="*/ 1247932 h 5434893"/>
              <a:gd name="connsiteX251" fmla="*/ 12200316 w 12208633"/>
              <a:gd name="connsiteY251" fmla="*/ 5434893 h 5434893"/>
              <a:gd name="connsiteX252" fmla="*/ 8318 w 12208633"/>
              <a:gd name="connsiteY252" fmla="*/ 5434893 h 5434893"/>
              <a:gd name="connsiteX253" fmla="*/ 8318 w 12208633"/>
              <a:gd name="connsiteY253" fmla="*/ 1247932 h 5434893"/>
              <a:gd name="connsiteX254" fmla="*/ 0 w 12208633"/>
              <a:gd name="connsiteY254" fmla="*/ 1247932 h 5434893"/>
              <a:gd name="connsiteX255" fmla="*/ 0 w 12208633"/>
              <a:gd name="connsiteY255" fmla="*/ 1225322 h 5434893"/>
              <a:gd name="connsiteX256" fmla="*/ 0 w 12208633"/>
              <a:gd name="connsiteY256" fmla="*/ 1063433 h 5434893"/>
              <a:gd name="connsiteX257" fmla="*/ 56578 w 12208633"/>
              <a:gd name="connsiteY257" fmla="*/ 1063433 h 5434893"/>
              <a:gd name="connsiteX258" fmla="*/ 146955 w 12208633"/>
              <a:gd name="connsiteY258" fmla="*/ 1063433 h 5434893"/>
              <a:gd name="connsiteX259" fmla="*/ 146955 w 12208633"/>
              <a:gd name="connsiteY259" fmla="*/ 480915 h 5434893"/>
              <a:gd name="connsiteX260" fmla="*/ 328613 w 12208633"/>
              <a:gd name="connsiteY260" fmla="*/ 480915 h 5434893"/>
              <a:gd name="connsiteX261" fmla="*/ 328613 w 12208633"/>
              <a:gd name="connsiteY261" fmla="*/ 962816 h 5434893"/>
              <a:gd name="connsiteX262" fmla="*/ 397064 w 12208633"/>
              <a:gd name="connsiteY262" fmla="*/ 870143 h 5434893"/>
              <a:gd name="connsiteX263" fmla="*/ 478678 w 12208633"/>
              <a:gd name="connsiteY263" fmla="*/ 976055 h 5434893"/>
              <a:gd name="connsiteX264" fmla="*/ 552394 w 12208633"/>
              <a:gd name="connsiteY264" fmla="*/ 870143 h 5434893"/>
              <a:gd name="connsiteX265" fmla="*/ 634009 w 12208633"/>
              <a:gd name="connsiteY265" fmla="*/ 976055 h 5434893"/>
              <a:gd name="connsiteX266" fmla="*/ 707725 w 12208633"/>
              <a:gd name="connsiteY266" fmla="*/ 870143 h 5434893"/>
              <a:gd name="connsiteX267" fmla="*/ 789340 w 12208633"/>
              <a:gd name="connsiteY267" fmla="*/ 976055 h 5434893"/>
              <a:gd name="connsiteX268" fmla="*/ 789340 w 12208633"/>
              <a:gd name="connsiteY268" fmla="*/ 999886 h 5434893"/>
              <a:gd name="connsiteX269" fmla="*/ 863056 w 12208633"/>
              <a:gd name="connsiteY269" fmla="*/ 999886 h 5434893"/>
              <a:gd name="connsiteX270" fmla="*/ 863056 w 12208633"/>
              <a:gd name="connsiteY270" fmla="*/ 925747 h 5434893"/>
              <a:gd name="connsiteX271" fmla="*/ 770911 w 12208633"/>
              <a:gd name="connsiteY271" fmla="*/ 811891 h 5434893"/>
              <a:gd name="connsiteX272" fmla="*/ 863056 w 12208633"/>
              <a:gd name="connsiteY272" fmla="*/ 698035 h 5434893"/>
              <a:gd name="connsiteX273" fmla="*/ 863056 w 12208633"/>
              <a:gd name="connsiteY273" fmla="*/ 568293 h 5434893"/>
              <a:gd name="connsiteX274" fmla="*/ 910445 w 12208633"/>
              <a:gd name="connsiteY274" fmla="*/ 568293 h 5434893"/>
              <a:gd name="connsiteX275" fmla="*/ 910445 w 12208633"/>
              <a:gd name="connsiteY275" fmla="*/ 698035 h 5434893"/>
              <a:gd name="connsiteX276" fmla="*/ 1002590 w 12208633"/>
              <a:gd name="connsiteY276" fmla="*/ 811891 h 5434893"/>
              <a:gd name="connsiteX277" fmla="*/ 910445 w 12208633"/>
              <a:gd name="connsiteY277" fmla="*/ 925747 h 5434893"/>
              <a:gd name="connsiteX278" fmla="*/ 910445 w 12208633"/>
              <a:gd name="connsiteY278" fmla="*/ 999886 h 5434893"/>
              <a:gd name="connsiteX279" fmla="*/ 973630 w 12208633"/>
              <a:gd name="connsiteY279" fmla="*/ 999886 h 5434893"/>
              <a:gd name="connsiteX280" fmla="*/ 973630 w 12208633"/>
              <a:gd name="connsiteY280" fmla="*/ 923099 h 5434893"/>
              <a:gd name="connsiteX281" fmla="*/ 1052612 w 12208633"/>
              <a:gd name="connsiteY281" fmla="*/ 923099 h 5434893"/>
              <a:gd name="connsiteX282" fmla="*/ 1052612 w 12208633"/>
              <a:gd name="connsiteY282" fmla="*/ 822482 h 5434893"/>
              <a:gd name="connsiteX283" fmla="*/ 1223739 w 12208633"/>
              <a:gd name="connsiteY283" fmla="*/ 822482 h 5434893"/>
              <a:gd name="connsiteX284" fmla="*/ 1223739 w 12208633"/>
              <a:gd name="connsiteY284" fmla="*/ 533871 h 5434893"/>
              <a:gd name="connsiteX285" fmla="*/ 1452786 w 12208633"/>
              <a:gd name="connsiteY285" fmla="*/ 533871 h 5434893"/>
              <a:gd name="connsiteX286" fmla="*/ 1452786 w 12208633"/>
              <a:gd name="connsiteY286" fmla="*/ 827778 h 5434893"/>
              <a:gd name="connsiteX287" fmla="*/ 1687099 w 12208633"/>
              <a:gd name="connsiteY287" fmla="*/ 827778 h 5434893"/>
              <a:gd name="connsiteX288" fmla="*/ 1687099 w 12208633"/>
              <a:gd name="connsiteY288" fmla="*/ 645080 h 5434893"/>
              <a:gd name="connsiteX289" fmla="*/ 1795945 w 12208633"/>
              <a:gd name="connsiteY289" fmla="*/ 645080 h 5434893"/>
              <a:gd name="connsiteX290" fmla="*/ 1814336 w 12208633"/>
              <a:gd name="connsiteY290" fmla="*/ 645080 h 5434893"/>
              <a:gd name="connsiteX291" fmla="*/ 1814055 w 12208633"/>
              <a:gd name="connsiteY291" fmla="*/ 568843 h 5434893"/>
              <a:gd name="connsiteX292" fmla="*/ 1896602 w 12208633"/>
              <a:gd name="connsiteY292" fmla="*/ 567286 h 5434893"/>
              <a:gd name="connsiteX293" fmla="*/ 1917630 w 12208633"/>
              <a:gd name="connsiteY293" fmla="*/ 135119 h 5434893"/>
              <a:gd name="connsiteX294" fmla="*/ 2020520 w 12208633"/>
              <a:gd name="connsiteY294" fmla="*/ 135119 h 5434893"/>
              <a:gd name="connsiteX295" fmla="*/ 2040929 w 12208633"/>
              <a:gd name="connsiteY295" fmla="*/ 567805 h 5434893"/>
              <a:gd name="connsiteX296" fmla="*/ 2085058 w 12208633"/>
              <a:gd name="connsiteY296" fmla="*/ 569362 h 5434893"/>
              <a:gd name="connsiteX297" fmla="*/ 2104692 w 12208633"/>
              <a:gd name="connsiteY297" fmla="*/ 247596 h 5434893"/>
              <a:gd name="connsiteX298" fmla="*/ 2211603 w 12208633"/>
              <a:gd name="connsiteY298" fmla="*/ 247596 h 5434893"/>
              <a:gd name="connsiteX299" fmla="*/ 2230423 w 12208633"/>
              <a:gd name="connsiteY299" fmla="*/ 571958 h 5434893"/>
              <a:gd name="connsiteX300" fmla="*/ 2293761 w 12208633"/>
              <a:gd name="connsiteY300" fmla="*/ 575073 h 5434893"/>
              <a:gd name="connsiteX301" fmla="*/ 2293761 w 12208633"/>
              <a:gd name="connsiteY301" fmla="*/ 481105 h 5434893"/>
              <a:gd name="connsiteX302" fmla="*/ 2325430 w 12208633"/>
              <a:gd name="connsiteY302" fmla="*/ 425035 h 5434893"/>
              <a:gd name="connsiteX303" fmla="*/ 2333736 w 12208633"/>
              <a:gd name="connsiteY303" fmla="*/ 417248 h 5434893"/>
              <a:gd name="connsiteX304" fmla="*/ 2370078 w 12208633"/>
              <a:gd name="connsiteY304" fmla="*/ 413614 h 5434893"/>
              <a:gd name="connsiteX305" fmla="*/ 2388249 w 12208633"/>
              <a:gd name="connsiteY305" fmla="*/ 430227 h 5434893"/>
              <a:gd name="connsiteX306" fmla="*/ 2411611 w 12208633"/>
              <a:gd name="connsiteY306" fmla="*/ 474355 h 5434893"/>
              <a:gd name="connsiteX307" fmla="*/ 2428224 w 12208633"/>
              <a:gd name="connsiteY307" fmla="*/ 489411 h 5434893"/>
              <a:gd name="connsiteX308" fmla="*/ 2443799 w 12208633"/>
              <a:gd name="connsiteY308" fmla="*/ 504986 h 5434893"/>
              <a:gd name="connsiteX309" fmla="*/ 2443799 w 12208633"/>
              <a:gd name="connsiteY309" fmla="*/ 530425 h 5434893"/>
              <a:gd name="connsiteX310" fmla="*/ 2448472 w 12208633"/>
              <a:gd name="connsiteY310" fmla="*/ 538732 h 5434893"/>
              <a:gd name="connsiteX311" fmla="*/ 2454182 w 12208633"/>
              <a:gd name="connsiteY311" fmla="*/ 529906 h 5434893"/>
              <a:gd name="connsiteX312" fmla="*/ 2455740 w 12208633"/>
              <a:gd name="connsiteY312" fmla="*/ 488892 h 5434893"/>
              <a:gd name="connsiteX313" fmla="*/ 2455740 w 12208633"/>
              <a:gd name="connsiteY313" fmla="*/ 379868 h 5434893"/>
              <a:gd name="connsiteX314" fmla="*/ 2471834 w 12208633"/>
              <a:gd name="connsiteY314" fmla="*/ 361697 h 5434893"/>
              <a:gd name="connsiteX315" fmla="*/ 2590203 w 12208633"/>
              <a:gd name="connsiteY315" fmla="*/ 361697 h 5434893"/>
              <a:gd name="connsiteX316" fmla="*/ 2604220 w 12208633"/>
              <a:gd name="connsiteY316" fmla="*/ 376753 h 5434893"/>
              <a:gd name="connsiteX317" fmla="*/ 2603701 w 12208633"/>
              <a:gd name="connsiteY317" fmla="*/ 404788 h 5434893"/>
              <a:gd name="connsiteX318" fmla="*/ 2616161 w 12208633"/>
              <a:gd name="connsiteY318" fmla="*/ 425035 h 5434893"/>
              <a:gd name="connsiteX319" fmla="*/ 2648868 w 12208633"/>
              <a:gd name="connsiteY319" fmla="*/ 476951 h 5434893"/>
              <a:gd name="connsiteX320" fmla="*/ 2648868 w 12208633"/>
              <a:gd name="connsiteY320" fmla="*/ 527310 h 5434893"/>
              <a:gd name="connsiteX321" fmla="*/ 2651010 w 12208633"/>
              <a:gd name="connsiteY321" fmla="*/ 551386 h 5434893"/>
              <a:gd name="connsiteX322" fmla="*/ 2661207 w 12208633"/>
              <a:gd name="connsiteY322" fmla="*/ 552175 h 5434893"/>
              <a:gd name="connsiteX323" fmla="*/ 2661207 w 12208633"/>
              <a:gd name="connsiteY323" fmla="*/ 497877 h 5434893"/>
              <a:gd name="connsiteX324" fmla="*/ 2661207 w 12208633"/>
              <a:gd name="connsiteY324" fmla="*/ 274385 h 5434893"/>
              <a:gd name="connsiteX325" fmla="*/ 2916581 w 12208633"/>
              <a:gd name="connsiteY325" fmla="*/ 274385 h 5434893"/>
              <a:gd name="connsiteX326" fmla="*/ 2916581 w 12208633"/>
              <a:gd name="connsiteY326" fmla="*/ 623897 h 5434893"/>
              <a:gd name="connsiteX327" fmla="*/ 3103505 w 12208633"/>
              <a:gd name="connsiteY327" fmla="*/ 623897 h 5434893"/>
              <a:gd name="connsiteX328" fmla="*/ 3103505 w 12208633"/>
              <a:gd name="connsiteY328" fmla="*/ 938986 h 5434893"/>
              <a:gd name="connsiteX329" fmla="*/ 3253570 w 12208633"/>
              <a:gd name="connsiteY329" fmla="*/ 938986 h 5434893"/>
              <a:gd name="connsiteX330" fmla="*/ 3253570 w 12208633"/>
              <a:gd name="connsiteY330" fmla="*/ 833074 h 5434893"/>
              <a:gd name="connsiteX331" fmla="*/ 3458923 w 12208633"/>
              <a:gd name="connsiteY331" fmla="*/ 833074 h 5434893"/>
              <a:gd name="connsiteX332" fmla="*/ 3458923 w 12208633"/>
              <a:gd name="connsiteY332" fmla="*/ 449141 h 5434893"/>
              <a:gd name="connsiteX333" fmla="*/ 3619519 w 12208633"/>
              <a:gd name="connsiteY333" fmla="*/ 449141 h 5434893"/>
              <a:gd name="connsiteX334" fmla="*/ 3619519 w 12208633"/>
              <a:gd name="connsiteY334" fmla="*/ 822482 h 5434893"/>
              <a:gd name="connsiteX335" fmla="*/ 3716929 w 12208633"/>
              <a:gd name="connsiteY335" fmla="*/ 822482 h 5434893"/>
              <a:gd name="connsiteX336" fmla="*/ 3716929 w 12208633"/>
              <a:gd name="connsiteY336" fmla="*/ 533871 h 5434893"/>
              <a:gd name="connsiteX337" fmla="*/ 3948609 w 12208633"/>
              <a:gd name="connsiteY337" fmla="*/ 533871 h 5434893"/>
              <a:gd name="connsiteX338" fmla="*/ 3948609 w 12208633"/>
              <a:gd name="connsiteY338" fmla="*/ 827778 h 5434893"/>
              <a:gd name="connsiteX339" fmla="*/ 3952270 w 12208633"/>
              <a:gd name="connsiteY339" fmla="*/ 827778 h 5434893"/>
              <a:gd name="connsiteX340" fmla="*/ 3956368 w 12208633"/>
              <a:gd name="connsiteY340" fmla="*/ 827778 h 5434893"/>
              <a:gd name="connsiteX341" fmla="*/ 3956368 w 12208633"/>
              <a:gd name="connsiteY341" fmla="*/ 761209 h 5434893"/>
              <a:gd name="connsiteX342" fmla="*/ 3956368 w 12208633"/>
              <a:gd name="connsiteY342" fmla="*/ 714516 h 5434893"/>
              <a:gd name="connsiteX343" fmla="*/ 4000985 w 12208633"/>
              <a:gd name="connsiteY343" fmla="*/ 714516 h 5434893"/>
              <a:gd name="connsiteX344" fmla="*/ 4000985 w 12208633"/>
              <a:gd name="connsiteY344" fmla="*/ 420341 h 5434893"/>
              <a:gd name="connsiteX345" fmla="*/ 4000984 w 12208633"/>
              <a:gd name="connsiteY345" fmla="*/ 420341 h 5434893"/>
              <a:gd name="connsiteX346" fmla="*/ 4000984 w 12208633"/>
              <a:gd name="connsiteY346" fmla="*/ 339659 h 5434893"/>
              <a:gd name="connsiteX347" fmla="*/ 4071715 w 12208633"/>
              <a:gd name="connsiteY347" fmla="*/ 339659 h 5434893"/>
              <a:gd name="connsiteX348" fmla="*/ 4142446 w 12208633"/>
              <a:gd name="connsiteY348" fmla="*/ 339659 h 5434893"/>
              <a:gd name="connsiteX349" fmla="*/ 4142446 w 12208633"/>
              <a:gd name="connsiteY349" fmla="*/ 413478 h 5434893"/>
              <a:gd name="connsiteX350" fmla="*/ 4142446 w 12208633"/>
              <a:gd name="connsiteY350" fmla="*/ 413480 h 5434893"/>
              <a:gd name="connsiteX351" fmla="*/ 4142446 w 12208633"/>
              <a:gd name="connsiteY351" fmla="*/ 713686 h 5434893"/>
              <a:gd name="connsiteX352" fmla="*/ 4182921 w 12208633"/>
              <a:gd name="connsiteY352" fmla="*/ 713686 h 5434893"/>
              <a:gd name="connsiteX353" fmla="*/ 4182921 w 12208633"/>
              <a:gd name="connsiteY353" fmla="*/ 705384 h 5434893"/>
              <a:gd name="connsiteX354" fmla="*/ 4182921 w 12208633"/>
              <a:gd name="connsiteY354" fmla="*/ 645080 h 5434893"/>
              <a:gd name="connsiteX355" fmla="*/ 4214842 w 12208633"/>
              <a:gd name="connsiteY355" fmla="*/ 645080 h 5434893"/>
              <a:gd name="connsiteX356" fmla="*/ 4243942 w 12208633"/>
              <a:gd name="connsiteY356" fmla="*/ 645080 h 5434893"/>
              <a:gd name="connsiteX357" fmla="*/ 4243942 w 12208633"/>
              <a:gd name="connsiteY357" fmla="*/ 339659 h 5434893"/>
              <a:gd name="connsiteX358" fmla="*/ 4243942 w 12208633"/>
              <a:gd name="connsiteY358" fmla="*/ 249509 h 5434893"/>
              <a:gd name="connsiteX359" fmla="*/ 4288534 w 12208633"/>
              <a:gd name="connsiteY359" fmla="*/ 249509 h 5434893"/>
              <a:gd name="connsiteX360" fmla="*/ 4337854 w 12208633"/>
              <a:gd name="connsiteY360" fmla="*/ 249509 h 5434893"/>
              <a:gd name="connsiteX361" fmla="*/ 4337854 w 12208633"/>
              <a:gd name="connsiteY361" fmla="*/ 322718 h 5434893"/>
              <a:gd name="connsiteX362" fmla="*/ 4337854 w 12208633"/>
              <a:gd name="connsiteY362" fmla="*/ 322720 h 5434893"/>
              <a:gd name="connsiteX363" fmla="*/ 4337854 w 12208633"/>
              <a:gd name="connsiteY363" fmla="*/ 380000 h 5434893"/>
              <a:gd name="connsiteX364" fmla="*/ 4654875 w 12208633"/>
              <a:gd name="connsiteY364" fmla="*/ 380000 h 5434893"/>
              <a:gd name="connsiteX365" fmla="*/ 4654875 w 12208633"/>
              <a:gd name="connsiteY365" fmla="*/ 379790 h 5434893"/>
              <a:gd name="connsiteX366" fmla="*/ 4675084 w 12208633"/>
              <a:gd name="connsiteY366" fmla="*/ 379790 h 5434893"/>
              <a:gd name="connsiteX367" fmla="*/ 4675084 w 12208633"/>
              <a:gd name="connsiteY367" fmla="*/ 474896 h 5434893"/>
              <a:gd name="connsiteX368" fmla="*/ 4676745 w 12208633"/>
              <a:gd name="connsiteY368" fmla="*/ 475064 h 5434893"/>
              <a:gd name="connsiteX369" fmla="*/ 4739988 w 12208633"/>
              <a:gd name="connsiteY369" fmla="*/ 539907 h 5434893"/>
              <a:gd name="connsiteX370" fmla="*/ 4740674 w 12208633"/>
              <a:gd name="connsiteY370" fmla="*/ 547701 h 5434893"/>
              <a:gd name="connsiteX371" fmla="*/ 4741248 w 12208633"/>
              <a:gd name="connsiteY371" fmla="*/ 547701 h 5434893"/>
              <a:gd name="connsiteX372" fmla="*/ 4741248 w 12208633"/>
              <a:gd name="connsiteY372" fmla="*/ 554205 h 5434893"/>
              <a:gd name="connsiteX373" fmla="*/ 4741248 w 12208633"/>
              <a:gd name="connsiteY373" fmla="*/ 554208 h 5434893"/>
              <a:gd name="connsiteX374" fmla="*/ 4741248 w 12208633"/>
              <a:gd name="connsiteY374" fmla="*/ 739927 h 5434893"/>
              <a:gd name="connsiteX375" fmla="*/ 4764753 w 12208633"/>
              <a:gd name="connsiteY375" fmla="*/ 740400 h 5434893"/>
              <a:gd name="connsiteX376" fmla="*/ 4764753 w 12208633"/>
              <a:gd name="connsiteY376" fmla="*/ 666262 h 5434893"/>
              <a:gd name="connsiteX377" fmla="*/ 4899024 w 12208633"/>
              <a:gd name="connsiteY377" fmla="*/ 666262 h 5434893"/>
              <a:gd name="connsiteX378" fmla="*/ 4899024 w 12208633"/>
              <a:gd name="connsiteY378" fmla="*/ 735104 h 5434893"/>
              <a:gd name="connsiteX379" fmla="*/ 5028026 w 12208633"/>
              <a:gd name="connsiteY379" fmla="*/ 735104 h 5434893"/>
              <a:gd name="connsiteX380" fmla="*/ 5028026 w 12208633"/>
              <a:gd name="connsiteY380" fmla="*/ 658319 h 5434893"/>
              <a:gd name="connsiteX381" fmla="*/ 5154397 w 12208633"/>
              <a:gd name="connsiteY381" fmla="*/ 660966 h 5434893"/>
              <a:gd name="connsiteX382" fmla="*/ 5154397 w 12208633"/>
              <a:gd name="connsiteY382" fmla="*/ 369707 h 5434893"/>
              <a:gd name="connsiteX383" fmla="*/ 5409771 w 12208633"/>
              <a:gd name="connsiteY383" fmla="*/ 369707 h 5434893"/>
              <a:gd name="connsiteX384" fmla="*/ 5409771 w 12208633"/>
              <a:gd name="connsiteY384" fmla="*/ 623897 h 5434893"/>
              <a:gd name="connsiteX385" fmla="*/ 5599327 w 12208633"/>
              <a:gd name="connsiteY385" fmla="*/ 623897 h 5434893"/>
              <a:gd name="connsiteX386" fmla="*/ 5599327 w 12208633"/>
              <a:gd name="connsiteY386" fmla="*/ 681817 h 5434893"/>
              <a:gd name="connsiteX387" fmla="*/ 5599327 w 12208633"/>
              <a:gd name="connsiteY387" fmla="*/ 692743 h 5434893"/>
              <a:gd name="connsiteX388" fmla="*/ 5628967 w 12208633"/>
              <a:gd name="connsiteY388" fmla="*/ 692743 h 5434893"/>
              <a:gd name="connsiteX389" fmla="*/ 5628967 w 12208633"/>
              <a:gd name="connsiteY389" fmla="*/ 672950 h 5434893"/>
              <a:gd name="connsiteX390" fmla="*/ 5794767 w 12208633"/>
              <a:gd name="connsiteY390" fmla="*/ 672950 h 5434893"/>
              <a:gd name="connsiteX391" fmla="*/ 5794803 w 12208633"/>
              <a:gd name="connsiteY391" fmla="*/ 672943 h 5434893"/>
              <a:gd name="connsiteX392" fmla="*/ 5792189 w 12208633"/>
              <a:gd name="connsiteY392" fmla="*/ 672943 h 5434893"/>
              <a:gd name="connsiteX393" fmla="*/ 5784518 w 12208633"/>
              <a:gd name="connsiteY393" fmla="*/ 672943 h 5434893"/>
              <a:gd name="connsiteX394" fmla="*/ 5628967 w 12208633"/>
              <a:gd name="connsiteY394" fmla="*/ 672943 h 5434893"/>
              <a:gd name="connsiteX395" fmla="*/ 5792189 w 12208633"/>
              <a:gd name="connsiteY395" fmla="*/ 576196 h 5434893"/>
              <a:gd name="connsiteX396" fmla="*/ 5792189 w 12208633"/>
              <a:gd name="connsiteY396" fmla="*/ 668395 h 5434893"/>
              <a:gd name="connsiteX397" fmla="*/ 5947738 w 12208633"/>
              <a:gd name="connsiteY397" fmla="*/ 576196 h 5434893"/>
              <a:gd name="connsiteX398" fmla="*/ 5947738 w 12208633"/>
              <a:gd name="connsiteY398" fmla="*/ 668395 h 5434893"/>
              <a:gd name="connsiteX399" fmla="*/ 6103287 w 12208633"/>
              <a:gd name="connsiteY399" fmla="*/ 576196 h 5434893"/>
              <a:gd name="connsiteX400" fmla="*/ 6103287 w 12208633"/>
              <a:gd name="connsiteY400" fmla="*/ 668395 h 5434893"/>
              <a:gd name="connsiteX401" fmla="*/ 6258836 w 12208633"/>
              <a:gd name="connsiteY401" fmla="*/ 576196 h 5434893"/>
              <a:gd name="connsiteX402" fmla="*/ 6258836 w 12208633"/>
              <a:gd name="connsiteY402" fmla="*/ 672943 h 5434893"/>
              <a:gd name="connsiteX403" fmla="*/ 6154820 w 12208633"/>
              <a:gd name="connsiteY403" fmla="*/ 672943 h 5434893"/>
              <a:gd name="connsiteX404" fmla="*/ 6154820 w 12208633"/>
              <a:gd name="connsiteY404" fmla="*/ 672950 h 5434893"/>
              <a:gd name="connsiteX405" fmla="*/ 6258836 w 12208633"/>
              <a:gd name="connsiteY405" fmla="*/ 672950 h 5434893"/>
              <a:gd name="connsiteX406" fmla="*/ 6258836 w 12208633"/>
              <a:gd name="connsiteY406" fmla="*/ 708560 h 5434893"/>
              <a:gd name="connsiteX407" fmla="*/ 6258836 w 12208633"/>
              <a:gd name="connsiteY407" fmla="*/ 726328 h 5434893"/>
              <a:gd name="connsiteX408" fmla="*/ 6349534 w 12208633"/>
              <a:gd name="connsiteY408" fmla="*/ 726328 h 5434893"/>
              <a:gd name="connsiteX409" fmla="*/ 6354387 w 12208633"/>
              <a:gd name="connsiteY409" fmla="*/ 721669 h 5434893"/>
              <a:gd name="connsiteX410" fmla="*/ 6354387 w 12208633"/>
              <a:gd name="connsiteY410" fmla="*/ 653142 h 5434893"/>
              <a:gd name="connsiteX411" fmla="*/ 6351863 w 12208633"/>
              <a:gd name="connsiteY411" fmla="*/ 648482 h 5434893"/>
              <a:gd name="connsiteX412" fmla="*/ 6352251 w 12208633"/>
              <a:gd name="connsiteY412" fmla="*/ 641882 h 5434893"/>
              <a:gd name="connsiteX413" fmla="*/ 6354581 w 12208633"/>
              <a:gd name="connsiteY413" fmla="*/ 638194 h 5434893"/>
              <a:gd name="connsiteX414" fmla="*/ 6354581 w 12208633"/>
              <a:gd name="connsiteY414" fmla="*/ 589854 h 5434893"/>
              <a:gd name="connsiteX415" fmla="*/ 6351863 w 12208633"/>
              <a:gd name="connsiteY415" fmla="*/ 585584 h 5434893"/>
              <a:gd name="connsiteX416" fmla="*/ 6351863 w 12208633"/>
              <a:gd name="connsiteY416" fmla="*/ 579954 h 5434893"/>
              <a:gd name="connsiteX417" fmla="*/ 6354581 w 12208633"/>
              <a:gd name="connsiteY417" fmla="*/ 574712 h 5434893"/>
              <a:gd name="connsiteX418" fmla="*/ 6354581 w 12208633"/>
              <a:gd name="connsiteY418" fmla="*/ 528121 h 5434893"/>
              <a:gd name="connsiteX419" fmla="*/ 6351669 w 12208633"/>
              <a:gd name="connsiteY419" fmla="*/ 522879 h 5434893"/>
              <a:gd name="connsiteX420" fmla="*/ 6351863 w 12208633"/>
              <a:gd name="connsiteY420" fmla="*/ 516473 h 5434893"/>
              <a:gd name="connsiteX421" fmla="*/ 6354387 w 12208633"/>
              <a:gd name="connsiteY421" fmla="*/ 511814 h 5434893"/>
              <a:gd name="connsiteX422" fmla="*/ 6354387 w 12208633"/>
              <a:gd name="connsiteY422" fmla="*/ 465999 h 5434893"/>
              <a:gd name="connsiteX423" fmla="*/ 6351475 w 12208633"/>
              <a:gd name="connsiteY423" fmla="*/ 460952 h 5434893"/>
              <a:gd name="connsiteX424" fmla="*/ 6351863 w 12208633"/>
              <a:gd name="connsiteY424" fmla="*/ 454545 h 5434893"/>
              <a:gd name="connsiteX425" fmla="*/ 6354387 w 12208633"/>
              <a:gd name="connsiteY425" fmla="*/ 450469 h 5434893"/>
              <a:gd name="connsiteX426" fmla="*/ 6354387 w 12208633"/>
              <a:gd name="connsiteY426" fmla="*/ 402130 h 5434893"/>
              <a:gd name="connsiteX427" fmla="*/ 6351863 w 12208633"/>
              <a:gd name="connsiteY427" fmla="*/ 398054 h 5434893"/>
              <a:gd name="connsiteX428" fmla="*/ 6352057 w 12208633"/>
              <a:gd name="connsiteY428" fmla="*/ 391453 h 5434893"/>
              <a:gd name="connsiteX429" fmla="*/ 6354387 w 12208633"/>
              <a:gd name="connsiteY429" fmla="*/ 387182 h 5434893"/>
              <a:gd name="connsiteX430" fmla="*/ 6354387 w 12208633"/>
              <a:gd name="connsiteY430" fmla="*/ 340591 h 5434893"/>
              <a:gd name="connsiteX431" fmla="*/ 6351863 w 12208633"/>
              <a:gd name="connsiteY431" fmla="*/ 335932 h 5434893"/>
              <a:gd name="connsiteX432" fmla="*/ 6352251 w 12208633"/>
              <a:gd name="connsiteY432" fmla="*/ 329331 h 5434893"/>
              <a:gd name="connsiteX433" fmla="*/ 6354581 w 12208633"/>
              <a:gd name="connsiteY433" fmla="*/ 325643 h 5434893"/>
              <a:gd name="connsiteX434" fmla="*/ 6354581 w 12208633"/>
              <a:gd name="connsiteY434" fmla="*/ 277304 h 5434893"/>
              <a:gd name="connsiteX435" fmla="*/ 6351863 w 12208633"/>
              <a:gd name="connsiteY435" fmla="*/ 273227 h 5434893"/>
              <a:gd name="connsiteX436" fmla="*/ 6349922 w 12208633"/>
              <a:gd name="connsiteY436" fmla="*/ 269539 h 5434893"/>
              <a:gd name="connsiteX437" fmla="*/ 6353610 w 12208633"/>
              <a:gd name="connsiteY437" fmla="*/ 267209 h 5434893"/>
              <a:gd name="connsiteX438" fmla="*/ 6357299 w 12208633"/>
              <a:gd name="connsiteY438" fmla="*/ 267209 h 5434893"/>
              <a:gd name="connsiteX439" fmla="*/ 6426409 w 12208633"/>
              <a:gd name="connsiteY439" fmla="*/ 267209 h 5434893"/>
              <a:gd name="connsiteX440" fmla="*/ 6430680 w 12208633"/>
              <a:gd name="connsiteY440" fmla="*/ 267209 h 5434893"/>
              <a:gd name="connsiteX441" fmla="*/ 6433980 w 12208633"/>
              <a:gd name="connsiteY441" fmla="*/ 270704 h 5434893"/>
              <a:gd name="connsiteX442" fmla="*/ 6430486 w 12208633"/>
              <a:gd name="connsiteY442" fmla="*/ 273033 h 5434893"/>
              <a:gd name="connsiteX443" fmla="*/ 6427962 w 12208633"/>
              <a:gd name="connsiteY443" fmla="*/ 273033 h 5434893"/>
              <a:gd name="connsiteX444" fmla="*/ 6427768 w 12208633"/>
              <a:gd name="connsiteY444" fmla="*/ 274198 h 5434893"/>
              <a:gd name="connsiteX445" fmla="*/ 6427768 w 12208633"/>
              <a:gd name="connsiteY445" fmla="*/ 329137 h 5434893"/>
              <a:gd name="connsiteX446" fmla="*/ 6430874 w 12208633"/>
              <a:gd name="connsiteY446" fmla="*/ 329331 h 5434893"/>
              <a:gd name="connsiteX447" fmla="*/ 6433786 w 12208633"/>
              <a:gd name="connsiteY447" fmla="*/ 332438 h 5434893"/>
              <a:gd name="connsiteX448" fmla="*/ 6430874 w 12208633"/>
              <a:gd name="connsiteY448" fmla="*/ 336126 h 5434893"/>
              <a:gd name="connsiteX449" fmla="*/ 6427768 w 12208633"/>
              <a:gd name="connsiteY449" fmla="*/ 336320 h 5434893"/>
              <a:gd name="connsiteX450" fmla="*/ 6427768 w 12208633"/>
              <a:gd name="connsiteY450" fmla="*/ 391259 h 5434893"/>
              <a:gd name="connsiteX451" fmla="*/ 6430874 w 12208633"/>
              <a:gd name="connsiteY451" fmla="*/ 391453 h 5434893"/>
              <a:gd name="connsiteX452" fmla="*/ 6433786 w 12208633"/>
              <a:gd name="connsiteY452" fmla="*/ 395142 h 5434893"/>
              <a:gd name="connsiteX453" fmla="*/ 6430874 w 12208633"/>
              <a:gd name="connsiteY453" fmla="*/ 398248 h 5434893"/>
              <a:gd name="connsiteX454" fmla="*/ 6427768 w 12208633"/>
              <a:gd name="connsiteY454" fmla="*/ 398248 h 5434893"/>
              <a:gd name="connsiteX455" fmla="*/ 6427768 w 12208633"/>
              <a:gd name="connsiteY455" fmla="*/ 454351 h 5434893"/>
              <a:gd name="connsiteX456" fmla="*/ 6430874 w 12208633"/>
              <a:gd name="connsiteY456" fmla="*/ 454545 h 5434893"/>
              <a:gd name="connsiteX457" fmla="*/ 6433786 w 12208633"/>
              <a:gd name="connsiteY457" fmla="*/ 457652 h 5434893"/>
              <a:gd name="connsiteX458" fmla="*/ 6430874 w 12208633"/>
              <a:gd name="connsiteY458" fmla="*/ 461340 h 5434893"/>
              <a:gd name="connsiteX459" fmla="*/ 6427768 w 12208633"/>
              <a:gd name="connsiteY459" fmla="*/ 461534 h 5434893"/>
              <a:gd name="connsiteX460" fmla="*/ 6427574 w 12208633"/>
              <a:gd name="connsiteY460" fmla="*/ 461534 h 5434893"/>
              <a:gd name="connsiteX461" fmla="*/ 6427574 w 12208633"/>
              <a:gd name="connsiteY461" fmla="*/ 461728 h 5434893"/>
              <a:gd name="connsiteX462" fmla="*/ 6427768 w 12208633"/>
              <a:gd name="connsiteY462" fmla="*/ 461728 h 5434893"/>
              <a:gd name="connsiteX463" fmla="*/ 6427768 w 12208633"/>
              <a:gd name="connsiteY463" fmla="*/ 516667 h 5434893"/>
              <a:gd name="connsiteX464" fmla="*/ 6430874 w 12208633"/>
              <a:gd name="connsiteY464" fmla="*/ 516861 h 5434893"/>
              <a:gd name="connsiteX465" fmla="*/ 6433786 w 12208633"/>
              <a:gd name="connsiteY465" fmla="*/ 520550 h 5434893"/>
              <a:gd name="connsiteX466" fmla="*/ 6430874 w 12208633"/>
              <a:gd name="connsiteY466" fmla="*/ 523656 h 5434893"/>
              <a:gd name="connsiteX467" fmla="*/ 6427768 w 12208633"/>
              <a:gd name="connsiteY467" fmla="*/ 523850 h 5434893"/>
              <a:gd name="connsiteX468" fmla="*/ 6427768 w 12208633"/>
              <a:gd name="connsiteY468" fmla="*/ 579954 h 5434893"/>
              <a:gd name="connsiteX469" fmla="*/ 6431457 w 12208633"/>
              <a:gd name="connsiteY469" fmla="*/ 580148 h 5434893"/>
              <a:gd name="connsiteX470" fmla="*/ 6433786 w 12208633"/>
              <a:gd name="connsiteY470" fmla="*/ 583254 h 5434893"/>
              <a:gd name="connsiteX471" fmla="*/ 6431263 w 12208633"/>
              <a:gd name="connsiteY471" fmla="*/ 585972 h 5434893"/>
              <a:gd name="connsiteX472" fmla="*/ 6427768 w 12208633"/>
              <a:gd name="connsiteY472" fmla="*/ 587137 h 5434893"/>
              <a:gd name="connsiteX473" fmla="*/ 6427768 w 12208633"/>
              <a:gd name="connsiteY473" fmla="*/ 642076 h 5434893"/>
              <a:gd name="connsiteX474" fmla="*/ 6430874 w 12208633"/>
              <a:gd name="connsiteY474" fmla="*/ 642270 h 5434893"/>
              <a:gd name="connsiteX475" fmla="*/ 6433786 w 12208633"/>
              <a:gd name="connsiteY475" fmla="*/ 645959 h 5434893"/>
              <a:gd name="connsiteX476" fmla="*/ 6430874 w 12208633"/>
              <a:gd name="connsiteY476" fmla="*/ 649065 h 5434893"/>
              <a:gd name="connsiteX477" fmla="*/ 6427768 w 12208633"/>
              <a:gd name="connsiteY477" fmla="*/ 649259 h 5434893"/>
              <a:gd name="connsiteX478" fmla="*/ 6427768 w 12208633"/>
              <a:gd name="connsiteY478" fmla="*/ 727687 h 5434893"/>
              <a:gd name="connsiteX479" fmla="*/ 6450870 w 12208633"/>
              <a:gd name="connsiteY479" fmla="*/ 727881 h 5434893"/>
              <a:gd name="connsiteX480" fmla="*/ 6519204 w 12208633"/>
              <a:gd name="connsiteY480" fmla="*/ 727687 h 5434893"/>
              <a:gd name="connsiteX481" fmla="*/ 6519398 w 12208633"/>
              <a:gd name="connsiteY481" fmla="*/ 688473 h 5434893"/>
              <a:gd name="connsiteX482" fmla="*/ 6519398 w 12208633"/>
              <a:gd name="connsiteY482" fmla="*/ 649259 h 5434893"/>
              <a:gd name="connsiteX483" fmla="*/ 6516874 w 12208633"/>
              <a:gd name="connsiteY483" fmla="*/ 649259 h 5434893"/>
              <a:gd name="connsiteX484" fmla="*/ 6513186 w 12208633"/>
              <a:gd name="connsiteY484" fmla="*/ 645570 h 5434893"/>
              <a:gd name="connsiteX485" fmla="*/ 6516680 w 12208633"/>
              <a:gd name="connsiteY485" fmla="*/ 642270 h 5434893"/>
              <a:gd name="connsiteX486" fmla="*/ 6519204 w 12208633"/>
              <a:gd name="connsiteY486" fmla="*/ 642270 h 5434893"/>
              <a:gd name="connsiteX487" fmla="*/ 6519204 w 12208633"/>
              <a:gd name="connsiteY487" fmla="*/ 586166 h 5434893"/>
              <a:gd name="connsiteX488" fmla="*/ 6518039 w 12208633"/>
              <a:gd name="connsiteY488" fmla="*/ 586166 h 5434893"/>
              <a:gd name="connsiteX489" fmla="*/ 6513574 w 12208633"/>
              <a:gd name="connsiteY489" fmla="*/ 583448 h 5434893"/>
              <a:gd name="connsiteX490" fmla="*/ 6518039 w 12208633"/>
              <a:gd name="connsiteY490" fmla="*/ 580148 h 5434893"/>
              <a:gd name="connsiteX491" fmla="*/ 6519204 w 12208633"/>
              <a:gd name="connsiteY491" fmla="*/ 580148 h 5434893"/>
              <a:gd name="connsiteX492" fmla="*/ 6519204 w 12208633"/>
              <a:gd name="connsiteY492" fmla="*/ 524044 h 5434893"/>
              <a:gd name="connsiteX493" fmla="*/ 6516098 w 12208633"/>
              <a:gd name="connsiteY493" fmla="*/ 523850 h 5434893"/>
              <a:gd name="connsiteX494" fmla="*/ 6513186 w 12208633"/>
              <a:gd name="connsiteY494" fmla="*/ 520550 h 5434893"/>
              <a:gd name="connsiteX495" fmla="*/ 6516292 w 12208633"/>
              <a:gd name="connsiteY495" fmla="*/ 516861 h 5434893"/>
              <a:gd name="connsiteX496" fmla="*/ 6519398 w 12208633"/>
              <a:gd name="connsiteY496" fmla="*/ 516667 h 5434893"/>
              <a:gd name="connsiteX497" fmla="*/ 6519398 w 12208633"/>
              <a:gd name="connsiteY497" fmla="*/ 461728 h 5434893"/>
              <a:gd name="connsiteX498" fmla="*/ 6518815 w 12208633"/>
              <a:gd name="connsiteY498" fmla="*/ 461728 h 5434893"/>
              <a:gd name="connsiteX499" fmla="*/ 6513574 w 12208633"/>
              <a:gd name="connsiteY499" fmla="*/ 457263 h 5434893"/>
              <a:gd name="connsiteX500" fmla="*/ 6519398 w 12208633"/>
              <a:gd name="connsiteY500" fmla="*/ 454545 h 5434893"/>
              <a:gd name="connsiteX501" fmla="*/ 6519398 w 12208633"/>
              <a:gd name="connsiteY501" fmla="*/ 398442 h 5434893"/>
              <a:gd name="connsiteX502" fmla="*/ 6513574 w 12208633"/>
              <a:gd name="connsiteY502" fmla="*/ 395724 h 5434893"/>
              <a:gd name="connsiteX503" fmla="*/ 6519592 w 12208633"/>
              <a:gd name="connsiteY503" fmla="*/ 391259 h 5434893"/>
              <a:gd name="connsiteX504" fmla="*/ 6519592 w 12208633"/>
              <a:gd name="connsiteY504" fmla="*/ 336320 h 5434893"/>
              <a:gd name="connsiteX505" fmla="*/ 6517845 w 12208633"/>
              <a:gd name="connsiteY505" fmla="*/ 336320 h 5434893"/>
              <a:gd name="connsiteX506" fmla="*/ 6513574 w 12208633"/>
              <a:gd name="connsiteY506" fmla="*/ 332826 h 5434893"/>
              <a:gd name="connsiteX507" fmla="*/ 6517845 w 12208633"/>
              <a:gd name="connsiteY507" fmla="*/ 329331 h 5434893"/>
              <a:gd name="connsiteX508" fmla="*/ 6519592 w 12208633"/>
              <a:gd name="connsiteY508" fmla="*/ 329331 h 5434893"/>
              <a:gd name="connsiteX509" fmla="*/ 6519592 w 12208633"/>
              <a:gd name="connsiteY509" fmla="*/ 274586 h 5434893"/>
              <a:gd name="connsiteX510" fmla="*/ 6515709 w 12208633"/>
              <a:gd name="connsiteY510" fmla="*/ 273033 h 5434893"/>
              <a:gd name="connsiteX511" fmla="*/ 6513574 w 12208633"/>
              <a:gd name="connsiteY511" fmla="*/ 269927 h 5434893"/>
              <a:gd name="connsiteX512" fmla="*/ 6516486 w 12208633"/>
              <a:gd name="connsiteY512" fmla="*/ 267404 h 5434893"/>
              <a:gd name="connsiteX513" fmla="*/ 6520174 w 12208633"/>
              <a:gd name="connsiteY513" fmla="*/ 267209 h 5434893"/>
              <a:gd name="connsiteX514" fmla="*/ 6591809 w 12208633"/>
              <a:gd name="connsiteY514" fmla="*/ 267209 h 5434893"/>
              <a:gd name="connsiteX515" fmla="*/ 6594332 w 12208633"/>
              <a:gd name="connsiteY515" fmla="*/ 267209 h 5434893"/>
              <a:gd name="connsiteX516" fmla="*/ 6598409 w 12208633"/>
              <a:gd name="connsiteY516" fmla="*/ 269733 h 5434893"/>
              <a:gd name="connsiteX517" fmla="*/ 6596274 w 12208633"/>
              <a:gd name="connsiteY517" fmla="*/ 273227 h 5434893"/>
              <a:gd name="connsiteX518" fmla="*/ 6593556 w 12208633"/>
              <a:gd name="connsiteY518" fmla="*/ 277110 h 5434893"/>
              <a:gd name="connsiteX519" fmla="*/ 6593556 w 12208633"/>
              <a:gd name="connsiteY519" fmla="*/ 325449 h 5434893"/>
              <a:gd name="connsiteX520" fmla="*/ 6596079 w 12208633"/>
              <a:gd name="connsiteY520" fmla="*/ 329525 h 5434893"/>
              <a:gd name="connsiteX521" fmla="*/ 6595885 w 12208633"/>
              <a:gd name="connsiteY521" fmla="*/ 336126 h 5434893"/>
              <a:gd name="connsiteX522" fmla="*/ 6593556 w 12208633"/>
              <a:gd name="connsiteY522" fmla="*/ 340397 h 5434893"/>
              <a:gd name="connsiteX523" fmla="*/ 6593556 w 12208633"/>
              <a:gd name="connsiteY523" fmla="*/ 386988 h 5434893"/>
              <a:gd name="connsiteX524" fmla="*/ 6596079 w 12208633"/>
              <a:gd name="connsiteY524" fmla="*/ 391647 h 5434893"/>
              <a:gd name="connsiteX525" fmla="*/ 6595691 w 12208633"/>
              <a:gd name="connsiteY525" fmla="*/ 398442 h 5434893"/>
              <a:gd name="connsiteX526" fmla="*/ 6593556 w 12208633"/>
              <a:gd name="connsiteY526" fmla="*/ 402324 h 5434893"/>
              <a:gd name="connsiteX527" fmla="*/ 6593556 w 12208633"/>
              <a:gd name="connsiteY527" fmla="*/ 419020 h 5434893"/>
              <a:gd name="connsiteX528" fmla="*/ 6593556 w 12208633"/>
              <a:gd name="connsiteY528" fmla="*/ 449498 h 5434893"/>
              <a:gd name="connsiteX529" fmla="*/ 6596662 w 12208633"/>
              <a:gd name="connsiteY529" fmla="*/ 454934 h 5434893"/>
              <a:gd name="connsiteX530" fmla="*/ 6596662 w 12208633"/>
              <a:gd name="connsiteY530" fmla="*/ 460952 h 5434893"/>
              <a:gd name="connsiteX531" fmla="*/ 6593362 w 12208633"/>
              <a:gd name="connsiteY531" fmla="*/ 467746 h 5434893"/>
              <a:gd name="connsiteX532" fmla="*/ 6593362 w 12208633"/>
              <a:gd name="connsiteY532" fmla="*/ 510649 h 5434893"/>
              <a:gd name="connsiteX533" fmla="*/ 6596662 w 12208633"/>
              <a:gd name="connsiteY533" fmla="*/ 517444 h 5434893"/>
              <a:gd name="connsiteX534" fmla="*/ 6596468 w 12208633"/>
              <a:gd name="connsiteY534" fmla="*/ 523462 h 5434893"/>
              <a:gd name="connsiteX535" fmla="*/ 6593362 w 12208633"/>
              <a:gd name="connsiteY535" fmla="*/ 528315 h 5434893"/>
              <a:gd name="connsiteX536" fmla="*/ 6593362 w 12208633"/>
              <a:gd name="connsiteY536" fmla="*/ 561706 h 5434893"/>
              <a:gd name="connsiteX537" fmla="*/ 6593362 w 12208633"/>
              <a:gd name="connsiteY537" fmla="*/ 575489 h 5434893"/>
              <a:gd name="connsiteX538" fmla="*/ 6596079 w 12208633"/>
              <a:gd name="connsiteY538" fmla="*/ 579954 h 5434893"/>
              <a:gd name="connsiteX539" fmla="*/ 6596274 w 12208633"/>
              <a:gd name="connsiteY539" fmla="*/ 585584 h 5434893"/>
              <a:gd name="connsiteX540" fmla="*/ 6593167 w 12208633"/>
              <a:gd name="connsiteY540" fmla="*/ 590437 h 5434893"/>
              <a:gd name="connsiteX541" fmla="*/ 6593167 w 12208633"/>
              <a:gd name="connsiteY541" fmla="*/ 621498 h 5434893"/>
              <a:gd name="connsiteX542" fmla="*/ 6593167 w 12208633"/>
              <a:gd name="connsiteY542" fmla="*/ 637611 h 5434893"/>
              <a:gd name="connsiteX543" fmla="*/ 6595885 w 12208633"/>
              <a:gd name="connsiteY543" fmla="*/ 642270 h 5434893"/>
              <a:gd name="connsiteX544" fmla="*/ 6595885 w 12208633"/>
              <a:gd name="connsiteY544" fmla="*/ 648676 h 5434893"/>
              <a:gd name="connsiteX545" fmla="*/ 6593167 w 12208633"/>
              <a:gd name="connsiteY545" fmla="*/ 653918 h 5434893"/>
              <a:gd name="connsiteX546" fmla="*/ 6593167 w 12208633"/>
              <a:gd name="connsiteY546" fmla="*/ 721863 h 5434893"/>
              <a:gd name="connsiteX547" fmla="*/ 6598021 w 12208633"/>
              <a:gd name="connsiteY547" fmla="*/ 726716 h 5434893"/>
              <a:gd name="connsiteX548" fmla="*/ 6698387 w 12208633"/>
              <a:gd name="connsiteY548" fmla="*/ 726716 h 5434893"/>
              <a:gd name="connsiteX549" fmla="*/ 6703434 w 12208633"/>
              <a:gd name="connsiteY549" fmla="*/ 720892 h 5434893"/>
              <a:gd name="connsiteX550" fmla="*/ 6703434 w 12208633"/>
              <a:gd name="connsiteY550" fmla="*/ 606356 h 5434893"/>
              <a:gd name="connsiteX551" fmla="*/ 6703434 w 12208633"/>
              <a:gd name="connsiteY551" fmla="*/ 538992 h 5434893"/>
              <a:gd name="connsiteX552" fmla="*/ 6704405 w 12208633"/>
              <a:gd name="connsiteY552" fmla="*/ 532004 h 5434893"/>
              <a:gd name="connsiteX553" fmla="*/ 6704599 w 12208633"/>
              <a:gd name="connsiteY553" fmla="*/ 540351 h 5434893"/>
              <a:gd name="connsiteX554" fmla="*/ 6704599 w 12208633"/>
              <a:gd name="connsiteY554" fmla="*/ 719145 h 5434893"/>
              <a:gd name="connsiteX555" fmla="*/ 6704405 w 12208633"/>
              <a:gd name="connsiteY555" fmla="*/ 727493 h 5434893"/>
              <a:gd name="connsiteX556" fmla="*/ 6705181 w 12208633"/>
              <a:gd name="connsiteY556" fmla="*/ 727493 h 5434893"/>
              <a:gd name="connsiteX557" fmla="*/ 6704987 w 12208633"/>
              <a:gd name="connsiteY557" fmla="*/ 727299 h 5434893"/>
              <a:gd name="connsiteX558" fmla="*/ 6704987 w 12208633"/>
              <a:gd name="connsiteY558" fmla="*/ 535498 h 5434893"/>
              <a:gd name="connsiteX559" fmla="*/ 6705375 w 12208633"/>
              <a:gd name="connsiteY559" fmla="*/ 532004 h 5434893"/>
              <a:gd name="connsiteX560" fmla="*/ 6753132 w 12208633"/>
              <a:gd name="connsiteY560" fmla="*/ 490460 h 5434893"/>
              <a:gd name="connsiteX561" fmla="*/ 6799917 w 12208633"/>
              <a:gd name="connsiteY561" fmla="*/ 535304 h 5434893"/>
              <a:gd name="connsiteX562" fmla="*/ 6799917 w 12208633"/>
              <a:gd name="connsiteY562" fmla="*/ 681290 h 5434893"/>
              <a:gd name="connsiteX563" fmla="*/ 6799917 w 12208633"/>
              <a:gd name="connsiteY563" fmla="*/ 817181 h 5434893"/>
              <a:gd name="connsiteX564" fmla="*/ 6801858 w 12208633"/>
              <a:gd name="connsiteY564" fmla="*/ 823976 h 5434893"/>
              <a:gd name="connsiteX565" fmla="*/ 6814283 w 12208633"/>
              <a:gd name="connsiteY565" fmla="*/ 798933 h 5434893"/>
              <a:gd name="connsiteX566" fmla="*/ 6817389 w 12208633"/>
              <a:gd name="connsiteY566" fmla="*/ 787673 h 5434893"/>
              <a:gd name="connsiteX567" fmla="*/ 6817389 w 12208633"/>
              <a:gd name="connsiteY567" fmla="*/ 586749 h 5434893"/>
              <a:gd name="connsiteX568" fmla="*/ 6817389 w 12208633"/>
              <a:gd name="connsiteY568" fmla="*/ 537245 h 5434893"/>
              <a:gd name="connsiteX569" fmla="*/ 6856991 w 12208633"/>
              <a:gd name="connsiteY569" fmla="*/ 490460 h 5434893"/>
              <a:gd name="connsiteX570" fmla="*/ 6865339 w 12208633"/>
              <a:gd name="connsiteY570" fmla="*/ 490265 h 5434893"/>
              <a:gd name="connsiteX571" fmla="*/ 6912125 w 12208633"/>
              <a:gd name="connsiteY571" fmla="*/ 535110 h 5434893"/>
              <a:gd name="connsiteX572" fmla="*/ 6912125 w 12208633"/>
              <a:gd name="connsiteY572" fmla="*/ 713904 h 5434893"/>
              <a:gd name="connsiteX573" fmla="*/ 6912125 w 12208633"/>
              <a:gd name="connsiteY573" fmla="*/ 719339 h 5434893"/>
              <a:gd name="connsiteX574" fmla="*/ 6915425 w 12208633"/>
              <a:gd name="connsiteY574" fmla="*/ 721669 h 5434893"/>
              <a:gd name="connsiteX575" fmla="*/ 6980847 w 12208633"/>
              <a:gd name="connsiteY575" fmla="*/ 716039 h 5434893"/>
              <a:gd name="connsiteX576" fmla="*/ 7121398 w 12208633"/>
              <a:gd name="connsiteY576" fmla="*/ 816793 h 5434893"/>
              <a:gd name="connsiteX577" fmla="*/ 7130134 w 12208633"/>
              <a:gd name="connsiteY577" fmla="*/ 840865 h 5434893"/>
              <a:gd name="connsiteX578" fmla="*/ 7133434 w 12208633"/>
              <a:gd name="connsiteY578" fmla="*/ 842224 h 5434893"/>
              <a:gd name="connsiteX579" fmla="*/ 7143140 w 12208633"/>
              <a:gd name="connsiteY579" fmla="*/ 854066 h 5434893"/>
              <a:gd name="connsiteX580" fmla="*/ 7143162 w 12208633"/>
              <a:gd name="connsiteY580" fmla="*/ 858635 h 5434893"/>
              <a:gd name="connsiteX581" fmla="*/ 7363499 w 12208633"/>
              <a:gd name="connsiteY581" fmla="*/ 801441 h 5434893"/>
              <a:gd name="connsiteX582" fmla="*/ 7367909 w 12208633"/>
              <a:gd name="connsiteY582" fmla="*/ 799551 h 5434893"/>
              <a:gd name="connsiteX583" fmla="*/ 7367909 w 12208633"/>
              <a:gd name="connsiteY583" fmla="*/ 792936 h 5434893"/>
              <a:gd name="connsiteX584" fmla="*/ 7362239 w 12208633"/>
              <a:gd name="connsiteY584" fmla="*/ 782541 h 5434893"/>
              <a:gd name="connsiteX585" fmla="*/ 7360349 w 12208633"/>
              <a:gd name="connsiteY585" fmla="*/ 769312 h 5434893"/>
              <a:gd name="connsiteX586" fmla="*/ 7365389 w 12208633"/>
              <a:gd name="connsiteY586" fmla="*/ 769627 h 5434893"/>
              <a:gd name="connsiteX587" fmla="*/ 7368854 w 12208633"/>
              <a:gd name="connsiteY587" fmla="*/ 770257 h 5434893"/>
              <a:gd name="connsiteX588" fmla="*/ 7374839 w 12208633"/>
              <a:gd name="connsiteY588" fmla="*/ 772777 h 5434893"/>
              <a:gd name="connsiteX589" fmla="*/ 7378304 w 12208633"/>
              <a:gd name="connsiteY589" fmla="*/ 768682 h 5434893"/>
              <a:gd name="connsiteX590" fmla="*/ 7381769 w 12208633"/>
              <a:gd name="connsiteY590" fmla="*/ 768367 h 5434893"/>
              <a:gd name="connsiteX591" fmla="*/ 7387439 w 12208633"/>
              <a:gd name="connsiteY591" fmla="*/ 768682 h 5434893"/>
              <a:gd name="connsiteX592" fmla="*/ 7392164 w 12208633"/>
              <a:gd name="connsiteY592" fmla="*/ 772462 h 5434893"/>
              <a:gd name="connsiteX593" fmla="*/ 7401299 w 12208633"/>
              <a:gd name="connsiteY593" fmla="*/ 770257 h 5434893"/>
              <a:gd name="connsiteX594" fmla="*/ 7403819 w 12208633"/>
              <a:gd name="connsiteY594" fmla="*/ 768997 h 5434893"/>
              <a:gd name="connsiteX595" fmla="*/ 7409488 w 12208633"/>
              <a:gd name="connsiteY595" fmla="*/ 772462 h 5434893"/>
              <a:gd name="connsiteX596" fmla="*/ 7416103 w 12208633"/>
              <a:gd name="connsiteY596" fmla="*/ 767737 h 5434893"/>
              <a:gd name="connsiteX597" fmla="*/ 7417993 w 12208633"/>
              <a:gd name="connsiteY597" fmla="*/ 769627 h 5434893"/>
              <a:gd name="connsiteX598" fmla="*/ 7413268 w 12208633"/>
              <a:gd name="connsiteY598" fmla="*/ 784116 h 5434893"/>
              <a:gd name="connsiteX599" fmla="*/ 7413268 w 12208633"/>
              <a:gd name="connsiteY599" fmla="*/ 788211 h 5434893"/>
              <a:gd name="connsiteX600" fmla="*/ 7501152 w 12208633"/>
              <a:gd name="connsiteY600" fmla="*/ 765847 h 5434893"/>
              <a:gd name="connsiteX601" fmla="*/ 7648884 w 12208633"/>
              <a:gd name="connsiteY601" fmla="*/ 727417 h 5434893"/>
              <a:gd name="connsiteX602" fmla="*/ 7662113 w 12208633"/>
              <a:gd name="connsiteY602" fmla="*/ 727417 h 5434893"/>
              <a:gd name="connsiteX603" fmla="*/ 7687313 w 12208633"/>
              <a:gd name="connsiteY603" fmla="*/ 733402 h 5434893"/>
              <a:gd name="connsiteX604" fmla="*/ 7687313 w 12208633"/>
              <a:gd name="connsiteY604" fmla="*/ 535272 h 5434893"/>
              <a:gd name="connsiteX605" fmla="*/ 7687313 w 12208633"/>
              <a:gd name="connsiteY605" fmla="*/ 411795 h 5434893"/>
              <a:gd name="connsiteX606" fmla="*/ 7696133 w 12208633"/>
              <a:gd name="connsiteY606" fmla="*/ 402660 h 5434893"/>
              <a:gd name="connsiteX607" fmla="*/ 7710622 w 12208633"/>
              <a:gd name="connsiteY607" fmla="*/ 402975 h 5434893"/>
              <a:gd name="connsiteX608" fmla="*/ 7727002 w 12208633"/>
              <a:gd name="connsiteY608" fmla="*/ 402660 h 5434893"/>
              <a:gd name="connsiteX609" fmla="*/ 7732042 w 12208633"/>
              <a:gd name="connsiteY609" fmla="*/ 408015 h 5434893"/>
              <a:gd name="connsiteX610" fmla="*/ 7732042 w 12208633"/>
              <a:gd name="connsiteY610" fmla="*/ 411795 h 5434893"/>
              <a:gd name="connsiteX611" fmla="*/ 7732042 w 12208633"/>
              <a:gd name="connsiteY611" fmla="*/ 745057 h 5434893"/>
              <a:gd name="connsiteX612" fmla="*/ 7769211 w 12208633"/>
              <a:gd name="connsiteY612" fmla="*/ 755137 h 5434893"/>
              <a:gd name="connsiteX613" fmla="*/ 7783701 w 12208633"/>
              <a:gd name="connsiteY613" fmla="*/ 758602 h 5434893"/>
              <a:gd name="connsiteX614" fmla="*/ 7783701 w 12208633"/>
              <a:gd name="connsiteY614" fmla="*/ 415575 h 5434893"/>
              <a:gd name="connsiteX615" fmla="*/ 7796616 w 12208633"/>
              <a:gd name="connsiteY615" fmla="*/ 402660 h 5434893"/>
              <a:gd name="connsiteX616" fmla="*/ 7807325 w 12208633"/>
              <a:gd name="connsiteY616" fmla="*/ 402975 h 5434893"/>
              <a:gd name="connsiteX617" fmla="*/ 7822760 w 12208633"/>
              <a:gd name="connsiteY617" fmla="*/ 402660 h 5434893"/>
              <a:gd name="connsiteX618" fmla="*/ 7828745 w 12208633"/>
              <a:gd name="connsiteY618" fmla="*/ 408960 h 5434893"/>
              <a:gd name="connsiteX619" fmla="*/ 7828745 w 12208633"/>
              <a:gd name="connsiteY619" fmla="*/ 416835 h 5434893"/>
              <a:gd name="connsiteX620" fmla="*/ 7828745 w 12208633"/>
              <a:gd name="connsiteY620" fmla="*/ 770572 h 5434893"/>
              <a:gd name="connsiteX621" fmla="*/ 7867174 w 12208633"/>
              <a:gd name="connsiteY621" fmla="*/ 780652 h 5434893"/>
              <a:gd name="connsiteX622" fmla="*/ 7870954 w 12208633"/>
              <a:gd name="connsiteY622" fmla="*/ 777186 h 5434893"/>
              <a:gd name="connsiteX623" fmla="*/ 7870954 w 12208633"/>
              <a:gd name="connsiteY623" fmla="*/ 768367 h 5434893"/>
              <a:gd name="connsiteX624" fmla="*/ 7870954 w 12208633"/>
              <a:gd name="connsiteY624" fmla="*/ 553542 h 5434893"/>
              <a:gd name="connsiteX625" fmla="*/ 7871269 w 12208633"/>
              <a:gd name="connsiteY625" fmla="*/ 541887 h 5434893"/>
              <a:gd name="connsiteX626" fmla="*/ 7870639 w 12208633"/>
              <a:gd name="connsiteY626" fmla="*/ 518892 h 5434893"/>
              <a:gd name="connsiteX627" fmla="*/ 7878514 w 12208633"/>
              <a:gd name="connsiteY627" fmla="*/ 511018 h 5434893"/>
              <a:gd name="connsiteX628" fmla="*/ 7929543 w 12208633"/>
              <a:gd name="connsiteY628" fmla="*/ 511018 h 5434893"/>
              <a:gd name="connsiteX629" fmla="*/ 7967972 w 12208633"/>
              <a:gd name="connsiteY629" fmla="*/ 511018 h 5434893"/>
              <a:gd name="connsiteX630" fmla="*/ 7977107 w 12208633"/>
              <a:gd name="connsiteY630" fmla="*/ 509758 h 5434893"/>
              <a:gd name="connsiteX631" fmla="*/ 7976792 w 12208633"/>
              <a:gd name="connsiteY631" fmla="*/ 481093 h 5434893"/>
              <a:gd name="connsiteX632" fmla="*/ 7979627 w 12208633"/>
              <a:gd name="connsiteY632" fmla="*/ 476368 h 5434893"/>
              <a:gd name="connsiteX633" fmla="*/ 7983407 w 12208633"/>
              <a:gd name="connsiteY633" fmla="*/ 481409 h 5434893"/>
              <a:gd name="connsiteX634" fmla="*/ 7983722 w 12208633"/>
              <a:gd name="connsiteY634" fmla="*/ 511018 h 5434893"/>
              <a:gd name="connsiteX635" fmla="*/ 7990967 w 12208633"/>
              <a:gd name="connsiteY635" fmla="*/ 511018 h 5434893"/>
              <a:gd name="connsiteX636" fmla="*/ 7991282 w 12208633"/>
              <a:gd name="connsiteY636" fmla="*/ 486133 h 5434893"/>
              <a:gd name="connsiteX637" fmla="*/ 7991282 w 12208633"/>
              <a:gd name="connsiteY637" fmla="*/ 480463 h 5434893"/>
              <a:gd name="connsiteX638" fmla="*/ 7995062 w 12208633"/>
              <a:gd name="connsiteY638" fmla="*/ 476054 h 5434893"/>
              <a:gd name="connsiteX639" fmla="*/ 7998842 w 12208633"/>
              <a:gd name="connsiteY639" fmla="*/ 480149 h 5434893"/>
              <a:gd name="connsiteX640" fmla="*/ 7998842 w 12208633"/>
              <a:gd name="connsiteY640" fmla="*/ 504088 h 5434893"/>
              <a:gd name="connsiteX641" fmla="*/ 7999157 w 12208633"/>
              <a:gd name="connsiteY641" fmla="*/ 510703 h 5434893"/>
              <a:gd name="connsiteX642" fmla="*/ 8006401 w 12208633"/>
              <a:gd name="connsiteY642" fmla="*/ 510703 h 5434893"/>
              <a:gd name="connsiteX643" fmla="*/ 8006716 w 12208633"/>
              <a:gd name="connsiteY643" fmla="*/ 485818 h 5434893"/>
              <a:gd name="connsiteX644" fmla="*/ 8006716 w 12208633"/>
              <a:gd name="connsiteY644" fmla="*/ 480149 h 5434893"/>
              <a:gd name="connsiteX645" fmla="*/ 8010497 w 12208633"/>
              <a:gd name="connsiteY645" fmla="*/ 475739 h 5434893"/>
              <a:gd name="connsiteX646" fmla="*/ 8014276 w 12208633"/>
              <a:gd name="connsiteY646" fmla="*/ 479833 h 5434893"/>
              <a:gd name="connsiteX647" fmla="*/ 8014276 w 12208633"/>
              <a:gd name="connsiteY647" fmla="*/ 503773 h 5434893"/>
              <a:gd name="connsiteX648" fmla="*/ 8014591 w 12208633"/>
              <a:gd name="connsiteY648" fmla="*/ 510388 h 5434893"/>
              <a:gd name="connsiteX649" fmla="*/ 8104995 w 12208633"/>
              <a:gd name="connsiteY649" fmla="*/ 510388 h 5434893"/>
              <a:gd name="connsiteX650" fmla="*/ 8113184 w 12208633"/>
              <a:gd name="connsiteY650" fmla="*/ 503143 h 5434893"/>
              <a:gd name="connsiteX651" fmla="*/ 8189098 w 12208633"/>
              <a:gd name="connsiteY651" fmla="*/ 503143 h 5434893"/>
              <a:gd name="connsiteX652" fmla="*/ 8199807 w 12208633"/>
              <a:gd name="connsiteY652" fmla="*/ 510703 h 5434893"/>
              <a:gd name="connsiteX653" fmla="*/ 8213037 w 12208633"/>
              <a:gd name="connsiteY653" fmla="*/ 525192 h 5434893"/>
              <a:gd name="connsiteX654" fmla="*/ 8212722 w 12208633"/>
              <a:gd name="connsiteY654" fmla="*/ 542202 h 5434893"/>
              <a:gd name="connsiteX655" fmla="*/ 8213037 w 12208633"/>
              <a:gd name="connsiteY655" fmla="*/ 552912 h 5434893"/>
              <a:gd name="connsiteX656" fmla="*/ 8213037 w 12208633"/>
              <a:gd name="connsiteY656" fmla="*/ 899839 h 5434893"/>
              <a:gd name="connsiteX657" fmla="*/ 8222585 w 12208633"/>
              <a:gd name="connsiteY657" fmla="*/ 899839 h 5434893"/>
              <a:gd name="connsiteX658" fmla="*/ 8222588 w 12208633"/>
              <a:gd name="connsiteY658" fmla="*/ 899188 h 5434893"/>
              <a:gd name="connsiteX659" fmla="*/ 8361723 w 12208633"/>
              <a:gd name="connsiteY659" fmla="*/ 819757 h 5434893"/>
              <a:gd name="connsiteX660" fmla="*/ 8400660 w 12208633"/>
              <a:gd name="connsiteY660" fmla="*/ 891401 h 5434893"/>
              <a:gd name="connsiteX661" fmla="*/ 8528374 w 12208633"/>
              <a:gd name="connsiteY661" fmla="*/ 819237 h 5434893"/>
              <a:gd name="connsiteX662" fmla="*/ 8564716 w 12208633"/>
              <a:gd name="connsiteY662" fmla="*/ 886728 h 5434893"/>
              <a:gd name="connsiteX663" fmla="*/ 8566273 w 12208633"/>
              <a:gd name="connsiteY663" fmla="*/ 724750 h 5434893"/>
              <a:gd name="connsiteX664" fmla="*/ 8590674 w 12208633"/>
              <a:gd name="connsiteY664" fmla="*/ 700868 h 5434893"/>
              <a:gd name="connsiteX665" fmla="*/ 8617151 w 12208633"/>
              <a:gd name="connsiteY665" fmla="*/ 674910 h 5434893"/>
              <a:gd name="connsiteX666" fmla="*/ 8617151 w 12208633"/>
              <a:gd name="connsiteY666" fmla="*/ 624552 h 5434893"/>
              <a:gd name="connsiteX667" fmla="*/ 8649858 w 12208633"/>
              <a:gd name="connsiteY667" fmla="*/ 572636 h 5434893"/>
              <a:gd name="connsiteX668" fmla="*/ 8662318 w 12208633"/>
              <a:gd name="connsiteY668" fmla="*/ 552388 h 5434893"/>
              <a:gd name="connsiteX669" fmla="*/ 8661799 w 12208633"/>
              <a:gd name="connsiteY669" fmla="*/ 524353 h 5434893"/>
              <a:gd name="connsiteX670" fmla="*/ 8675816 w 12208633"/>
              <a:gd name="connsiteY670" fmla="*/ 509298 h 5434893"/>
              <a:gd name="connsiteX671" fmla="*/ 8794185 w 12208633"/>
              <a:gd name="connsiteY671" fmla="*/ 509298 h 5434893"/>
              <a:gd name="connsiteX672" fmla="*/ 8810279 w 12208633"/>
              <a:gd name="connsiteY672" fmla="*/ 527469 h 5434893"/>
              <a:gd name="connsiteX673" fmla="*/ 8810279 w 12208633"/>
              <a:gd name="connsiteY673" fmla="*/ 636493 h 5434893"/>
              <a:gd name="connsiteX674" fmla="*/ 8811837 w 12208633"/>
              <a:gd name="connsiteY674" fmla="*/ 677506 h 5434893"/>
              <a:gd name="connsiteX675" fmla="*/ 8817547 w 12208633"/>
              <a:gd name="connsiteY675" fmla="*/ 686332 h 5434893"/>
              <a:gd name="connsiteX676" fmla="*/ 8822220 w 12208633"/>
              <a:gd name="connsiteY676" fmla="*/ 678025 h 5434893"/>
              <a:gd name="connsiteX677" fmla="*/ 8822220 w 12208633"/>
              <a:gd name="connsiteY677" fmla="*/ 652587 h 5434893"/>
              <a:gd name="connsiteX678" fmla="*/ 8837795 w 12208633"/>
              <a:gd name="connsiteY678" fmla="*/ 637012 h 5434893"/>
              <a:gd name="connsiteX679" fmla="*/ 8854408 w 12208633"/>
              <a:gd name="connsiteY679" fmla="*/ 621956 h 5434893"/>
              <a:gd name="connsiteX680" fmla="*/ 8877770 w 12208633"/>
              <a:gd name="connsiteY680" fmla="*/ 577828 h 5434893"/>
              <a:gd name="connsiteX681" fmla="*/ 8895941 w 12208633"/>
              <a:gd name="connsiteY681" fmla="*/ 561214 h 5434893"/>
              <a:gd name="connsiteX682" fmla="*/ 8932282 w 12208633"/>
              <a:gd name="connsiteY682" fmla="*/ 564848 h 5434893"/>
              <a:gd name="connsiteX683" fmla="*/ 8940589 w 12208633"/>
              <a:gd name="connsiteY683" fmla="*/ 572636 h 5434893"/>
              <a:gd name="connsiteX684" fmla="*/ 8972258 w 12208633"/>
              <a:gd name="connsiteY684" fmla="*/ 628706 h 5434893"/>
              <a:gd name="connsiteX685" fmla="*/ 8972258 w 12208633"/>
              <a:gd name="connsiteY685" fmla="*/ 722673 h 5434893"/>
              <a:gd name="connsiteX686" fmla="*/ 9035595 w 12208633"/>
              <a:gd name="connsiteY686" fmla="*/ 719558 h 5434893"/>
              <a:gd name="connsiteX687" fmla="*/ 9068822 w 12208633"/>
              <a:gd name="connsiteY687" fmla="*/ 146923 h 5434893"/>
              <a:gd name="connsiteX688" fmla="*/ 9146177 w 12208633"/>
              <a:gd name="connsiteY688" fmla="*/ 146923 h 5434893"/>
              <a:gd name="connsiteX689" fmla="*/ 9180961 w 12208633"/>
              <a:gd name="connsiteY689" fmla="*/ 716962 h 5434893"/>
              <a:gd name="connsiteX690" fmla="*/ 9225090 w 12208633"/>
              <a:gd name="connsiteY690" fmla="*/ 715405 h 543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Lst>
            <a:rect l="l" t="t" r="r" b="b"/>
            <a:pathLst>
              <a:path w="12208633" h="5434893">
                <a:moveTo>
                  <a:pt x="7143321" y="892474"/>
                </a:moveTo>
                <a:lnTo>
                  <a:pt x="7143335" y="895416"/>
                </a:lnTo>
                <a:lnTo>
                  <a:pt x="7147277" y="895507"/>
                </a:lnTo>
                <a:lnTo>
                  <a:pt x="7147099" y="892474"/>
                </a:lnTo>
                <a:close/>
                <a:moveTo>
                  <a:pt x="6355163" y="727493"/>
                </a:moveTo>
                <a:lnTo>
                  <a:pt x="6355358" y="727687"/>
                </a:lnTo>
                <a:cubicBezTo>
                  <a:pt x="6355163" y="727687"/>
                  <a:pt x="6355163" y="727687"/>
                  <a:pt x="6354969" y="727687"/>
                </a:cubicBezTo>
                <a:cubicBezTo>
                  <a:pt x="6354969" y="727881"/>
                  <a:pt x="6354775" y="728075"/>
                  <a:pt x="6354969" y="728075"/>
                </a:cubicBezTo>
                <a:cubicBezTo>
                  <a:pt x="6354969" y="727881"/>
                  <a:pt x="6355163" y="727881"/>
                  <a:pt x="6355358" y="727687"/>
                </a:cubicBezTo>
                <a:cubicBezTo>
                  <a:pt x="6355358" y="727687"/>
                  <a:pt x="6355552" y="727493"/>
                  <a:pt x="6355552" y="727493"/>
                </a:cubicBezTo>
                <a:cubicBezTo>
                  <a:pt x="6355358" y="727493"/>
                  <a:pt x="6355358" y="727493"/>
                  <a:pt x="6355163" y="727493"/>
                </a:cubicBezTo>
                <a:close/>
                <a:moveTo>
                  <a:pt x="8604691" y="725788"/>
                </a:moveTo>
                <a:cubicBezTo>
                  <a:pt x="8595865" y="725788"/>
                  <a:pt x="8591193" y="727865"/>
                  <a:pt x="8591193" y="738248"/>
                </a:cubicBezTo>
                <a:cubicBezTo>
                  <a:pt x="8591712" y="788607"/>
                  <a:pt x="8591712" y="839485"/>
                  <a:pt x="8590674" y="889843"/>
                </a:cubicBezTo>
                <a:cubicBezTo>
                  <a:pt x="8590674" y="899188"/>
                  <a:pt x="8593789" y="903341"/>
                  <a:pt x="8603653" y="903341"/>
                </a:cubicBezTo>
                <a:cubicBezTo>
                  <a:pt x="8613517" y="903341"/>
                  <a:pt x="8616632" y="899708"/>
                  <a:pt x="8616632" y="889843"/>
                </a:cubicBezTo>
                <a:cubicBezTo>
                  <a:pt x="8616112" y="864923"/>
                  <a:pt x="8616632" y="840523"/>
                  <a:pt x="8616632" y="815603"/>
                </a:cubicBezTo>
                <a:cubicBezTo>
                  <a:pt x="8616632" y="790164"/>
                  <a:pt x="8616112" y="764206"/>
                  <a:pt x="8616632" y="738767"/>
                </a:cubicBezTo>
                <a:cubicBezTo>
                  <a:pt x="8616632" y="729941"/>
                  <a:pt x="8614555" y="725788"/>
                  <a:pt x="8604691" y="725788"/>
                </a:cubicBezTo>
                <a:close/>
                <a:moveTo>
                  <a:pt x="8744865" y="683217"/>
                </a:moveTo>
                <a:cubicBezTo>
                  <a:pt x="8737078" y="683217"/>
                  <a:pt x="8735001" y="687370"/>
                  <a:pt x="8735001" y="694119"/>
                </a:cubicBezTo>
                <a:cubicBezTo>
                  <a:pt x="8735001" y="760053"/>
                  <a:pt x="8735001" y="825986"/>
                  <a:pt x="8735520" y="892439"/>
                </a:cubicBezTo>
                <a:cubicBezTo>
                  <a:pt x="8735001" y="900226"/>
                  <a:pt x="8738635" y="903341"/>
                  <a:pt x="8746422" y="903341"/>
                </a:cubicBezTo>
                <a:cubicBezTo>
                  <a:pt x="8759921" y="902822"/>
                  <a:pt x="8773938" y="902822"/>
                  <a:pt x="8787436" y="903341"/>
                </a:cubicBezTo>
                <a:cubicBezTo>
                  <a:pt x="8797819" y="903861"/>
                  <a:pt x="8801454" y="899708"/>
                  <a:pt x="8801454" y="889324"/>
                </a:cubicBezTo>
                <a:cubicBezTo>
                  <a:pt x="8800934" y="865443"/>
                  <a:pt x="8801454" y="842080"/>
                  <a:pt x="8801454" y="818718"/>
                </a:cubicBezTo>
                <a:cubicBezTo>
                  <a:pt x="8801454" y="813527"/>
                  <a:pt x="8800415" y="805739"/>
                  <a:pt x="8807164" y="805739"/>
                </a:cubicBezTo>
                <a:cubicBezTo>
                  <a:pt x="8825854" y="805739"/>
                  <a:pt x="8822220" y="792760"/>
                  <a:pt x="8822739" y="781857"/>
                </a:cubicBezTo>
                <a:cubicBezTo>
                  <a:pt x="8822739" y="773551"/>
                  <a:pt x="8819105" y="771474"/>
                  <a:pt x="8811317" y="771474"/>
                </a:cubicBezTo>
                <a:cubicBezTo>
                  <a:pt x="8798858" y="771474"/>
                  <a:pt x="8786398" y="770955"/>
                  <a:pt x="8773938" y="771474"/>
                </a:cubicBezTo>
                <a:cubicBezTo>
                  <a:pt x="8761478" y="771994"/>
                  <a:pt x="8756286" y="766283"/>
                  <a:pt x="8756286" y="754342"/>
                </a:cubicBezTo>
                <a:cubicBezTo>
                  <a:pt x="8756286" y="744997"/>
                  <a:pt x="8756286" y="735133"/>
                  <a:pt x="8756286" y="725269"/>
                </a:cubicBezTo>
                <a:cubicBezTo>
                  <a:pt x="8755767" y="725269"/>
                  <a:pt x="8755767" y="725269"/>
                  <a:pt x="8755767" y="725269"/>
                </a:cubicBezTo>
                <a:cubicBezTo>
                  <a:pt x="8755767" y="714886"/>
                  <a:pt x="8755767" y="705021"/>
                  <a:pt x="8755767" y="694638"/>
                </a:cubicBezTo>
                <a:cubicBezTo>
                  <a:pt x="8755767" y="686851"/>
                  <a:pt x="8753171" y="683217"/>
                  <a:pt x="8744865" y="683217"/>
                </a:cubicBezTo>
                <a:close/>
                <a:moveTo>
                  <a:pt x="5999516" y="672943"/>
                </a:moveTo>
                <a:lnTo>
                  <a:pt x="5999516" y="672950"/>
                </a:lnTo>
                <a:lnTo>
                  <a:pt x="6106191" y="672950"/>
                </a:lnTo>
                <a:lnTo>
                  <a:pt x="6106226" y="672943"/>
                </a:lnTo>
                <a:lnTo>
                  <a:pt x="6103287" y="672943"/>
                </a:lnTo>
                <a:lnTo>
                  <a:pt x="6095614" y="672943"/>
                </a:lnTo>
                <a:close/>
                <a:moveTo>
                  <a:pt x="5844017" y="672943"/>
                </a:moveTo>
                <a:lnTo>
                  <a:pt x="5844017" y="672950"/>
                </a:lnTo>
                <a:lnTo>
                  <a:pt x="5950885" y="672950"/>
                </a:lnTo>
                <a:lnTo>
                  <a:pt x="5950920" y="672943"/>
                </a:lnTo>
                <a:lnTo>
                  <a:pt x="5947738" y="672943"/>
                </a:lnTo>
                <a:lnTo>
                  <a:pt x="5940066" y="672943"/>
                </a:lnTo>
                <a:close/>
                <a:moveTo>
                  <a:pt x="2661207" y="578320"/>
                </a:moveTo>
                <a:lnTo>
                  <a:pt x="2649387" y="591167"/>
                </a:lnTo>
                <a:lnTo>
                  <a:pt x="2649387" y="660718"/>
                </a:lnTo>
                <a:lnTo>
                  <a:pt x="2661207" y="660966"/>
                </a:lnTo>
                <a:cubicBezTo>
                  <a:pt x="2661207" y="660966"/>
                  <a:pt x="2661207" y="660966"/>
                  <a:pt x="2661207" y="612643"/>
                </a:cubicBezTo>
                <a:close/>
                <a:moveTo>
                  <a:pt x="2521154" y="535617"/>
                </a:moveTo>
                <a:cubicBezTo>
                  <a:pt x="2512848" y="535617"/>
                  <a:pt x="2510252" y="539251"/>
                  <a:pt x="2510252" y="547038"/>
                </a:cubicBezTo>
                <a:cubicBezTo>
                  <a:pt x="2510252" y="557421"/>
                  <a:pt x="2510252" y="567286"/>
                  <a:pt x="2510252" y="577669"/>
                </a:cubicBezTo>
                <a:cubicBezTo>
                  <a:pt x="2510252" y="577669"/>
                  <a:pt x="2510252" y="577669"/>
                  <a:pt x="2509733" y="577669"/>
                </a:cubicBezTo>
                <a:cubicBezTo>
                  <a:pt x="2509733" y="587533"/>
                  <a:pt x="2509733" y="597397"/>
                  <a:pt x="2509733" y="606742"/>
                </a:cubicBezTo>
                <a:cubicBezTo>
                  <a:pt x="2509733" y="618683"/>
                  <a:pt x="2504541" y="624394"/>
                  <a:pt x="2492081" y="623874"/>
                </a:cubicBezTo>
                <a:cubicBezTo>
                  <a:pt x="2479621" y="623355"/>
                  <a:pt x="2467161" y="623874"/>
                  <a:pt x="2454702" y="623874"/>
                </a:cubicBezTo>
                <a:cubicBezTo>
                  <a:pt x="2446914" y="623874"/>
                  <a:pt x="2443280" y="625951"/>
                  <a:pt x="2443280" y="634257"/>
                </a:cubicBezTo>
                <a:cubicBezTo>
                  <a:pt x="2443799" y="645160"/>
                  <a:pt x="2440165" y="658139"/>
                  <a:pt x="2458855" y="658139"/>
                </a:cubicBezTo>
                <a:cubicBezTo>
                  <a:pt x="2465604" y="658139"/>
                  <a:pt x="2464565" y="665927"/>
                  <a:pt x="2464565" y="671118"/>
                </a:cubicBezTo>
                <a:lnTo>
                  <a:pt x="2464565" y="735104"/>
                </a:lnTo>
                <a:lnTo>
                  <a:pt x="2530525" y="735104"/>
                </a:lnTo>
                <a:lnTo>
                  <a:pt x="2531018" y="546519"/>
                </a:lnTo>
                <a:cubicBezTo>
                  <a:pt x="2531018" y="539770"/>
                  <a:pt x="2528941" y="535617"/>
                  <a:pt x="2521154" y="535617"/>
                </a:cubicBezTo>
                <a:close/>
                <a:moveTo>
                  <a:pt x="8701774" y="534218"/>
                </a:moveTo>
                <a:cubicBezTo>
                  <a:pt x="8696063" y="534218"/>
                  <a:pt x="8688276" y="532660"/>
                  <a:pt x="8688276" y="540967"/>
                </a:cubicBezTo>
                <a:cubicBezTo>
                  <a:pt x="8688276" y="550312"/>
                  <a:pt x="8681527" y="562253"/>
                  <a:pt x="8695025" y="567963"/>
                </a:cubicBezTo>
                <a:cubicBezTo>
                  <a:pt x="8725656" y="580943"/>
                  <a:pt x="8736558" y="605343"/>
                  <a:pt x="8735520" y="637012"/>
                </a:cubicBezTo>
                <a:cubicBezTo>
                  <a:pt x="8735001" y="666604"/>
                  <a:pt x="8733443" y="664008"/>
                  <a:pt x="8760440" y="664008"/>
                </a:cubicBezTo>
                <a:cubicBezTo>
                  <a:pt x="8763036" y="664008"/>
                  <a:pt x="8765112" y="664008"/>
                  <a:pt x="8767189" y="664527"/>
                </a:cubicBezTo>
                <a:cubicBezTo>
                  <a:pt x="8772899" y="665566"/>
                  <a:pt x="8777053" y="667124"/>
                  <a:pt x="8776534" y="675429"/>
                </a:cubicBezTo>
                <a:cubicBezTo>
                  <a:pt x="8774976" y="692043"/>
                  <a:pt x="8776014" y="708136"/>
                  <a:pt x="8776014" y="724750"/>
                </a:cubicBezTo>
                <a:cubicBezTo>
                  <a:pt x="8776014" y="749669"/>
                  <a:pt x="8776014" y="749669"/>
                  <a:pt x="8799896" y="750708"/>
                </a:cubicBezTo>
                <a:cubicBezTo>
                  <a:pt x="8801454" y="750708"/>
                  <a:pt x="8802492" y="751227"/>
                  <a:pt x="8804049" y="751227"/>
                </a:cubicBezTo>
                <a:cubicBezTo>
                  <a:pt x="8812875" y="751746"/>
                  <a:pt x="8822220" y="754861"/>
                  <a:pt x="8822739" y="740324"/>
                </a:cubicBezTo>
                <a:cubicBezTo>
                  <a:pt x="8823777" y="714886"/>
                  <a:pt x="8823777" y="713328"/>
                  <a:pt x="8806645" y="712809"/>
                </a:cubicBezTo>
                <a:cubicBezTo>
                  <a:pt x="8789513" y="711771"/>
                  <a:pt x="8785359" y="708136"/>
                  <a:pt x="8785359" y="691004"/>
                </a:cubicBezTo>
                <a:cubicBezTo>
                  <a:pt x="8785359" y="667124"/>
                  <a:pt x="8785359" y="643761"/>
                  <a:pt x="8785359" y="620399"/>
                </a:cubicBezTo>
                <a:cubicBezTo>
                  <a:pt x="8784840" y="620399"/>
                  <a:pt x="8784840" y="620399"/>
                  <a:pt x="8784840" y="620399"/>
                </a:cubicBezTo>
                <a:cubicBezTo>
                  <a:pt x="8784840" y="596517"/>
                  <a:pt x="8784321" y="572636"/>
                  <a:pt x="8784840" y="548755"/>
                </a:cubicBezTo>
                <a:cubicBezTo>
                  <a:pt x="8785359" y="538371"/>
                  <a:pt x="8782244" y="533698"/>
                  <a:pt x="8770823" y="534218"/>
                </a:cubicBezTo>
                <a:cubicBezTo>
                  <a:pt x="8747980" y="534737"/>
                  <a:pt x="8724618" y="534218"/>
                  <a:pt x="8701774" y="534218"/>
                </a:cubicBezTo>
                <a:close/>
                <a:moveTo>
                  <a:pt x="7932693" y="518578"/>
                </a:moveTo>
                <a:cubicBezTo>
                  <a:pt x="7932693" y="518892"/>
                  <a:pt x="7932378" y="519208"/>
                  <a:pt x="7932378" y="519208"/>
                </a:cubicBezTo>
                <a:cubicBezTo>
                  <a:pt x="7932378" y="519208"/>
                  <a:pt x="7932693" y="519208"/>
                  <a:pt x="7932693" y="519208"/>
                </a:cubicBezTo>
                <a:cubicBezTo>
                  <a:pt x="7932693" y="519208"/>
                  <a:pt x="7932693" y="518892"/>
                  <a:pt x="7932693" y="518578"/>
                </a:cubicBezTo>
                <a:close/>
                <a:moveTo>
                  <a:pt x="7991282" y="518263"/>
                </a:moveTo>
                <a:cubicBezTo>
                  <a:pt x="7991282" y="518578"/>
                  <a:pt x="7991282" y="518578"/>
                  <a:pt x="7991282" y="518892"/>
                </a:cubicBezTo>
                <a:cubicBezTo>
                  <a:pt x="7991282" y="518892"/>
                  <a:pt x="7991597" y="518892"/>
                  <a:pt x="7991597" y="518892"/>
                </a:cubicBezTo>
                <a:cubicBezTo>
                  <a:pt x="7991597" y="518578"/>
                  <a:pt x="7991282" y="518578"/>
                  <a:pt x="7991282" y="518263"/>
                </a:cubicBezTo>
                <a:close/>
                <a:moveTo>
                  <a:pt x="7933323" y="517633"/>
                </a:moveTo>
                <a:cubicBezTo>
                  <a:pt x="7933008" y="517948"/>
                  <a:pt x="7933008" y="517948"/>
                  <a:pt x="7933008" y="518263"/>
                </a:cubicBezTo>
                <a:cubicBezTo>
                  <a:pt x="7933008" y="518263"/>
                  <a:pt x="7933323" y="518263"/>
                  <a:pt x="7933323" y="518263"/>
                </a:cubicBezTo>
                <a:cubicBezTo>
                  <a:pt x="7933323" y="517948"/>
                  <a:pt x="7933323" y="517948"/>
                  <a:pt x="7933323" y="517633"/>
                </a:cubicBezTo>
                <a:close/>
                <a:moveTo>
                  <a:pt x="9995853" y="483450"/>
                </a:moveTo>
                <a:lnTo>
                  <a:pt x="9995853" y="547260"/>
                </a:lnTo>
                <a:lnTo>
                  <a:pt x="10005688" y="548252"/>
                </a:lnTo>
                <a:cubicBezTo>
                  <a:pt x="10042501" y="555784"/>
                  <a:pt x="10070193" y="588356"/>
                  <a:pt x="10070193" y="627396"/>
                </a:cubicBezTo>
                <a:lnTo>
                  <a:pt x="10070193" y="839288"/>
                </a:lnTo>
                <a:lnTo>
                  <a:pt x="10098404" y="839288"/>
                </a:lnTo>
                <a:lnTo>
                  <a:pt x="10098404" y="483450"/>
                </a:lnTo>
                <a:close/>
                <a:moveTo>
                  <a:pt x="9781381" y="483450"/>
                </a:moveTo>
                <a:lnTo>
                  <a:pt x="9781381" y="547123"/>
                </a:lnTo>
                <a:lnTo>
                  <a:pt x="9792075" y="548201"/>
                </a:lnTo>
                <a:cubicBezTo>
                  <a:pt x="9828888" y="555733"/>
                  <a:pt x="9856579" y="588305"/>
                  <a:pt x="9856579" y="627345"/>
                </a:cubicBezTo>
                <a:lnTo>
                  <a:pt x="9856579" y="839288"/>
                </a:lnTo>
                <a:lnTo>
                  <a:pt x="9908622" y="839288"/>
                </a:lnTo>
                <a:lnTo>
                  <a:pt x="9908621" y="627396"/>
                </a:lnTo>
                <a:lnTo>
                  <a:pt x="9908622" y="627394"/>
                </a:lnTo>
                <a:lnTo>
                  <a:pt x="9908622" y="620889"/>
                </a:lnTo>
                <a:lnTo>
                  <a:pt x="9909277" y="620889"/>
                </a:lnTo>
                <a:lnTo>
                  <a:pt x="9910263" y="611115"/>
                </a:lnTo>
                <a:cubicBezTo>
                  <a:pt x="9916854" y="578904"/>
                  <a:pt x="9942616" y="553676"/>
                  <a:pt x="9975107" y="547872"/>
                </a:cubicBezTo>
                <a:lnTo>
                  <a:pt x="9975644" y="547825"/>
                </a:lnTo>
                <a:lnTo>
                  <a:pt x="9975644" y="483450"/>
                </a:lnTo>
                <a:close/>
                <a:moveTo>
                  <a:pt x="4460613" y="410313"/>
                </a:moveTo>
                <a:lnTo>
                  <a:pt x="4460613" y="474688"/>
                </a:lnTo>
                <a:lnTo>
                  <a:pt x="4461150" y="474735"/>
                </a:lnTo>
                <a:cubicBezTo>
                  <a:pt x="4493641" y="480539"/>
                  <a:pt x="4519403" y="505767"/>
                  <a:pt x="4525994" y="537978"/>
                </a:cubicBezTo>
                <a:lnTo>
                  <a:pt x="4526979" y="547752"/>
                </a:lnTo>
                <a:lnTo>
                  <a:pt x="4527635" y="547752"/>
                </a:lnTo>
                <a:lnTo>
                  <a:pt x="4527635" y="554257"/>
                </a:lnTo>
                <a:lnTo>
                  <a:pt x="4527635" y="554259"/>
                </a:lnTo>
                <a:lnTo>
                  <a:pt x="4527635" y="766151"/>
                </a:lnTo>
                <a:lnTo>
                  <a:pt x="4579677" y="766151"/>
                </a:lnTo>
                <a:lnTo>
                  <a:pt x="4579677" y="554208"/>
                </a:lnTo>
                <a:cubicBezTo>
                  <a:pt x="4579677" y="515168"/>
                  <a:pt x="4607369" y="482596"/>
                  <a:pt x="4644181" y="475064"/>
                </a:cubicBezTo>
                <a:lnTo>
                  <a:pt x="4654875" y="473986"/>
                </a:lnTo>
                <a:lnTo>
                  <a:pt x="4654875" y="410313"/>
                </a:lnTo>
                <a:close/>
                <a:moveTo>
                  <a:pt x="4337854" y="410313"/>
                </a:moveTo>
                <a:lnTo>
                  <a:pt x="4337854" y="645080"/>
                </a:lnTo>
                <a:lnTo>
                  <a:pt x="4354002" y="645080"/>
                </a:lnTo>
                <a:lnTo>
                  <a:pt x="4366063" y="645080"/>
                </a:lnTo>
                <a:lnTo>
                  <a:pt x="4366063" y="554259"/>
                </a:lnTo>
                <a:cubicBezTo>
                  <a:pt x="4366063" y="515219"/>
                  <a:pt x="4393756" y="482648"/>
                  <a:pt x="4430568" y="475115"/>
                </a:cubicBezTo>
                <a:lnTo>
                  <a:pt x="4440404" y="474123"/>
                </a:lnTo>
                <a:lnTo>
                  <a:pt x="4440404" y="410313"/>
                </a:lnTo>
                <a:close/>
                <a:moveTo>
                  <a:pt x="2495196" y="386617"/>
                </a:moveTo>
                <a:cubicBezTo>
                  <a:pt x="2483775" y="386098"/>
                  <a:pt x="2480660" y="390771"/>
                  <a:pt x="2481179" y="401154"/>
                </a:cubicBezTo>
                <a:cubicBezTo>
                  <a:pt x="2481698" y="425035"/>
                  <a:pt x="2481179" y="448917"/>
                  <a:pt x="2481179" y="472798"/>
                </a:cubicBezTo>
                <a:cubicBezTo>
                  <a:pt x="2481179" y="472798"/>
                  <a:pt x="2481179" y="472798"/>
                  <a:pt x="2480660" y="472798"/>
                </a:cubicBezTo>
                <a:cubicBezTo>
                  <a:pt x="2480660" y="496160"/>
                  <a:pt x="2480660" y="519523"/>
                  <a:pt x="2480660" y="543404"/>
                </a:cubicBezTo>
                <a:cubicBezTo>
                  <a:pt x="2480660" y="560536"/>
                  <a:pt x="2476506" y="564171"/>
                  <a:pt x="2459374" y="565209"/>
                </a:cubicBezTo>
                <a:cubicBezTo>
                  <a:pt x="2442242" y="565728"/>
                  <a:pt x="2442242" y="567286"/>
                  <a:pt x="2443280" y="592724"/>
                </a:cubicBezTo>
                <a:cubicBezTo>
                  <a:pt x="2443799" y="607261"/>
                  <a:pt x="2453144" y="604146"/>
                  <a:pt x="2461970" y="603627"/>
                </a:cubicBezTo>
                <a:cubicBezTo>
                  <a:pt x="2463527" y="603627"/>
                  <a:pt x="2464565" y="603108"/>
                  <a:pt x="2466123" y="603108"/>
                </a:cubicBezTo>
                <a:cubicBezTo>
                  <a:pt x="2490005" y="602069"/>
                  <a:pt x="2490005" y="602069"/>
                  <a:pt x="2490005" y="577150"/>
                </a:cubicBezTo>
                <a:cubicBezTo>
                  <a:pt x="2490005" y="560536"/>
                  <a:pt x="2491043" y="544443"/>
                  <a:pt x="2489485" y="527829"/>
                </a:cubicBezTo>
                <a:cubicBezTo>
                  <a:pt x="2488966" y="519523"/>
                  <a:pt x="2493120" y="517965"/>
                  <a:pt x="2498830" y="516927"/>
                </a:cubicBezTo>
                <a:cubicBezTo>
                  <a:pt x="2500907" y="516408"/>
                  <a:pt x="2502983" y="516408"/>
                  <a:pt x="2505579" y="516408"/>
                </a:cubicBezTo>
                <a:cubicBezTo>
                  <a:pt x="2532576" y="516408"/>
                  <a:pt x="2531018" y="519003"/>
                  <a:pt x="2530499" y="489411"/>
                </a:cubicBezTo>
                <a:cubicBezTo>
                  <a:pt x="2529461" y="457742"/>
                  <a:pt x="2540363" y="433342"/>
                  <a:pt x="2570994" y="420363"/>
                </a:cubicBezTo>
                <a:cubicBezTo>
                  <a:pt x="2584492" y="414652"/>
                  <a:pt x="2577743" y="402711"/>
                  <a:pt x="2577743" y="393366"/>
                </a:cubicBezTo>
                <a:cubicBezTo>
                  <a:pt x="2577743" y="385060"/>
                  <a:pt x="2569956" y="386617"/>
                  <a:pt x="2564244" y="386617"/>
                </a:cubicBezTo>
                <a:cubicBezTo>
                  <a:pt x="2541401" y="386617"/>
                  <a:pt x="2518039" y="387136"/>
                  <a:pt x="2495196" y="386617"/>
                </a:cubicBezTo>
                <a:close/>
                <a:moveTo>
                  <a:pt x="9258835" y="0"/>
                </a:moveTo>
                <a:lnTo>
                  <a:pt x="9334633" y="0"/>
                </a:lnTo>
                <a:lnTo>
                  <a:pt x="9369417" y="714886"/>
                </a:lnTo>
                <a:lnTo>
                  <a:pt x="9451963" y="716443"/>
                </a:lnTo>
                <a:lnTo>
                  <a:pt x="9451511" y="839288"/>
                </a:lnTo>
                <a:lnTo>
                  <a:pt x="9695008" y="839288"/>
                </a:lnTo>
                <a:lnTo>
                  <a:pt x="9695008" y="627345"/>
                </a:lnTo>
                <a:lnTo>
                  <a:pt x="9695008" y="627342"/>
                </a:lnTo>
                <a:lnTo>
                  <a:pt x="9695008" y="620838"/>
                </a:lnTo>
                <a:lnTo>
                  <a:pt x="9695582" y="620838"/>
                </a:lnTo>
                <a:lnTo>
                  <a:pt x="9696270" y="613044"/>
                </a:lnTo>
                <a:cubicBezTo>
                  <a:pt x="9702073" y="580553"/>
                  <a:pt x="9727301" y="554792"/>
                  <a:pt x="9759513" y="548201"/>
                </a:cubicBezTo>
                <a:lnTo>
                  <a:pt x="9761172" y="548033"/>
                </a:lnTo>
                <a:lnTo>
                  <a:pt x="9761172" y="452927"/>
                </a:lnTo>
                <a:lnTo>
                  <a:pt x="9781381" y="452927"/>
                </a:lnTo>
                <a:lnTo>
                  <a:pt x="9781381" y="453137"/>
                </a:lnTo>
                <a:lnTo>
                  <a:pt x="10098404" y="453137"/>
                </a:lnTo>
                <a:lnTo>
                  <a:pt x="10098404" y="395857"/>
                </a:lnTo>
                <a:lnTo>
                  <a:pt x="10098404" y="395855"/>
                </a:lnTo>
                <a:lnTo>
                  <a:pt x="10098404" y="322646"/>
                </a:lnTo>
                <a:lnTo>
                  <a:pt x="10147724" y="322646"/>
                </a:lnTo>
                <a:lnTo>
                  <a:pt x="10192315" y="322646"/>
                </a:lnTo>
                <a:lnTo>
                  <a:pt x="10192315" y="412796"/>
                </a:lnTo>
                <a:lnTo>
                  <a:pt x="10192315" y="839288"/>
                </a:lnTo>
                <a:lnTo>
                  <a:pt x="10237382" y="839288"/>
                </a:lnTo>
                <a:lnTo>
                  <a:pt x="10237382" y="787976"/>
                </a:lnTo>
                <a:lnTo>
                  <a:pt x="10237382" y="787525"/>
                </a:lnTo>
                <a:lnTo>
                  <a:pt x="10237382" y="786823"/>
                </a:lnTo>
                <a:lnTo>
                  <a:pt x="10293811" y="786823"/>
                </a:lnTo>
                <a:lnTo>
                  <a:pt x="10293811" y="486617"/>
                </a:lnTo>
                <a:lnTo>
                  <a:pt x="10293811" y="486615"/>
                </a:lnTo>
                <a:lnTo>
                  <a:pt x="10293811" y="412796"/>
                </a:lnTo>
                <a:lnTo>
                  <a:pt x="10293812" y="412796"/>
                </a:lnTo>
                <a:lnTo>
                  <a:pt x="10364543" y="412796"/>
                </a:lnTo>
                <a:lnTo>
                  <a:pt x="10435273" y="412796"/>
                </a:lnTo>
                <a:lnTo>
                  <a:pt x="10435273" y="493478"/>
                </a:lnTo>
                <a:lnTo>
                  <a:pt x="10435272" y="493478"/>
                </a:lnTo>
                <a:lnTo>
                  <a:pt x="10435272" y="787653"/>
                </a:lnTo>
                <a:lnTo>
                  <a:pt x="10479889" y="787653"/>
                </a:lnTo>
                <a:lnTo>
                  <a:pt x="10479889" y="834346"/>
                </a:lnTo>
                <a:lnTo>
                  <a:pt x="10479889" y="883894"/>
                </a:lnTo>
                <a:lnTo>
                  <a:pt x="10634153" y="798062"/>
                </a:lnTo>
                <a:lnTo>
                  <a:pt x="10634153" y="890261"/>
                </a:lnTo>
                <a:lnTo>
                  <a:pt x="10799859" y="798062"/>
                </a:lnTo>
                <a:lnTo>
                  <a:pt x="10799859" y="890261"/>
                </a:lnTo>
                <a:lnTo>
                  <a:pt x="10965565" y="798062"/>
                </a:lnTo>
                <a:lnTo>
                  <a:pt x="10965565" y="890261"/>
                </a:lnTo>
                <a:lnTo>
                  <a:pt x="11131272" y="798062"/>
                </a:lnTo>
                <a:lnTo>
                  <a:pt x="11131272" y="894809"/>
                </a:lnTo>
                <a:lnTo>
                  <a:pt x="10965565" y="894809"/>
                </a:lnTo>
                <a:lnTo>
                  <a:pt x="10957391" y="894809"/>
                </a:lnTo>
                <a:lnTo>
                  <a:pt x="10799859" y="894809"/>
                </a:lnTo>
                <a:lnTo>
                  <a:pt x="10791685" y="894809"/>
                </a:lnTo>
                <a:lnTo>
                  <a:pt x="10634153" y="894809"/>
                </a:lnTo>
                <a:lnTo>
                  <a:pt x="10625978" y="894809"/>
                </a:lnTo>
                <a:lnTo>
                  <a:pt x="10479889" y="894809"/>
                </a:lnTo>
                <a:lnTo>
                  <a:pt x="10479889" y="894815"/>
                </a:lnTo>
                <a:lnTo>
                  <a:pt x="11131272" y="894815"/>
                </a:lnTo>
                <a:lnTo>
                  <a:pt x="11131272" y="930426"/>
                </a:lnTo>
                <a:lnTo>
                  <a:pt x="11131272" y="1058032"/>
                </a:lnTo>
                <a:lnTo>
                  <a:pt x="11135416" y="1058032"/>
                </a:lnTo>
                <a:cubicBezTo>
                  <a:pt x="11135416" y="1058032"/>
                  <a:pt x="11135416" y="1058032"/>
                  <a:pt x="11135416" y="475513"/>
                </a:cubicBezTo>
                <a:cubicBezTo>
                  <a:pt x="11135416" y="475513"/>
                  <a:pt x="11135416" y="475513"/>
                  <a:pt x="11317073" y="475513"/>
                </a:cubicBezTo>
                <a:cubicBezTo>
                  <a:pt x="11317073" y="475513"/>
                  <a:pt x="11317073" y="475513"/>
                  <a:pt x="11317073" y="957415"/>
                </a:cubicBezTo>
                <a:cubicBezTo>
                  <a:pt x="11327605" y="928290"/>
                  <a:pt x="11356564" y="864742"/>
                  <a:pt x="11385524" y="864742"/>
                </a:cubicBezTo>
                <a:cubicBezTo>
                  <a:pt x="11427648" y="864742"/>
                  <a:pt x="11467139" y="970654"/>
                  <a:pt x="11467139" y="970654"/>
                </a:cubicBezTo>
                <a:cubicBezTo>
                  <a:pt x="11467139" y="970654"/>
                  <a:pt x="11501364" y="864742"/>
                  <a:pt x="11540855" y="864742"/>
                </a:cubicBezTo>
                <a:cubicBezTo>
                  <a:pt x="11580346" y="864742"/>
                  <a:pt x="11622470" y="970654"/>
                  <a:pt x="11622470" y="970654"/>
                </a:cubicBezTo>
                <a:cubicBezTo>
                  <a:pt x="11622470" y="970654"/>
                  <a:pt x="11656695" y="864742"/>
                  <a:pt x="11696186" y="864742"/>
                </a:cubicBezTo>
                <a:cubicBezTo>
                  <a:pt x="11735677" y="864742"/>
                  <a:pt x="11777800" y="970654"/>
                  <a:pt x="11777800" y="970654"/>
                </a:cubicBezTo>
                <a:cubicBezTo>
                  <a:pt x="11777800" y="970654"/>
                  <a:pt x="11777800" y="970654"/>
                  <a:pt x="11777800" y="994485"/>
                </a:cubicBezTo>
                <a:cubicBezTo>
                  <a:pt x="11777800" y="994485"/>
                  <a:pt x="11777800" y="994485"/>
                  <a:pt x="11851517" y="994485"/>
                </a:cubicBezTo>
                <a:cubicBezTo>
                  <a:pt x="11851517" y="994485"/>
                  <a:pt x="11851517" y="994485"/>
                  <a:pt x="11851517" y="920346"/>
                </a:cubicBezTo>
                <a:cubicBezTo>
                  <a:pt x="11798862" y="909755"/>
                  <a:pt x="11759371" y="862094"/>
                  <a:pt x="11759371" y="806490"/>
                </a:cubicBezTo>
                <a:cubicBezTo>
                  <a:pt x="11759371" y="750886"/>
                  <a:pt x="11798862" y="703225"/>
                  <a:pt x="11851517" y="692634"/>
                </a:cubicBezTo>
                <a:cubicBezTo>
                  <a:pt x="11851517" y="692634"/>
                  <a:pt x="11851517" y="692634"/>
                  <a:pt x="11851517" y="562891"/>
                </a:cubicBezTo>
                <a:cubicBezTo>
                  <a:pt x="11851517" y="562891"/>
                  <a:pt x="11851517" y="562891"/>
                  <a:pt x="11898906" y="562891"/>
                </a:cubicBezTo>
                <a:cubicBezTo>
                  <a:pt x="11898906" y="562891"/>
                  <a:pt x="11898906" y="562891"/>
                  <a:pt x="11898906" y="692634"/>
                </a:cubicBezTo>
                <a:cubicBezTo>
                  <a:pt x="11951560" y="703225"/>
                  <a:pt x="11991051" y="750886"/>
                  <a:pt x="11991051" y="806490"/>
                </a:cubicBezTo>
                <a:cubicBezTo>
                  <a:pt x="11991051" y="864742"/>
                  <a:pt x="11951560" y="909755"/>
                  <a:pt x="11898906" y="920346"/>
                </a:cubicBezTo>
                <a:cubicBezTo>
                  <a:pt x="11898906" y="920346"/>
                  <a:pt x="11898906" y="920346"/>
                  <a:pt x="11898906" y="994485"/>
                </a:cubicBezTo>
                <a:cubicBezTo>
                  <a:pt x="11898906" y="994485"/>
                  <a:pt x="11898906" y="994485"/>
                  <a:pt x="11962091" y="994485"/>
                </a:cubicBezTo>
                <a:cubicBezTo>
                  <a:pt x="11962091" y="994485"/>
                  <a:pt x="11962091" y="994485"/>
                  <a:pt x="11962091" y="917698"/>
                </a:cubicBezTo>
                <a:cubicBezTo>
                  <a:pt x="11962091" y="917698"/>
                  <a:pt x="11962091" y="917698"/>
                  <a:pt x="12041073" y="917698"/>
                </a:cubicBezTo>
                <a:cubicBezTo>
                  <a:pt x="12041073" y="917698"/>
                  <a:pt x="12041073" y="917698"/>
                  <a:pt x="12041073" y="817081"/>
                </a:cubicBezTo>
                <a:cubicBezTo>
                  <a:pt x="12041073" y="817081"/>
                  <a:pt x="12041073" y="817081"/>
                  <a:pt x="12155715" y="817081"/>
                </a:cubicBezTo>
                <a:lnTo>
                  <a:pt x="12200316" y="817081"/>
                </a:lnTo>
                <a:lnTo>
                  <a:pt x="12200316" y="1105184"/>
                </a:lnTo>
                <a:lnTo>
                  <a:pt x="12208559" y="1105184"/>
                </a:lnTo>
                <a:lnTo>
                  <a:pt x="12208559" y="1153840"/>
                </a:lnTo>
                <a:lnTo>
                  <a:pt x="12208559" y="1225322"/>
                </a:lnTo>
                <a:lnTo>
                  <a:pt x="12208633" y="1225322"/>
                </a:lnTo>
                <a:lnTo>
                  <a:pt x="12208633" y="1247932"/>
                </a:lnTo>
                <a:lnTo>
                  <a:pt x="12200316" y="1247932"/>
                </a:lnTo>
                <a:lnTo>
                  <a:pt x="12200316" y="5434893"/>
                </a:lnTo>
                <a:lnTo>
                  <a:pt x="8318" y="5434893"/>
                </a:lnTo>
                <a:lnTo>
                  <a:pt x="8318" y="1247932"/>
                </a:lnTo>
                <a:lnTo>
                  <a:pt x="0" y="1247932"/>
                </a:lnTo>
                <a:lnTo>
                  <a:pt x="0" y="1225322"/>
                </a:lnTo>
                <a:lnTo>
                  <a:pt x="0" y="1063433"/>
                </a:lnTo>
                <a:lnTo>
                  <a:pt x="56578" y="1063433"/>
                </a:lnTo>
                <a:cubicBezTo>
                  <a:pt x="82782" y="1063433"/>
                  <a:pt x="112730" y="1063433"/>
                  <a:pt x="146955" y="1063433"/>
                </a:cubicBezTo>
                <a:cubicBezTo>
                  <a:pt x="146955" y="1063433"/>
                  <a:pt x="146955" y="1063433"/>
                  <a:pt x="146955" y="480915"/>
                </a:cubicBezTo>
                <a:cubicBezTo>
                  <a:pt x="146955" y="480915"/>
                  <a:pt x="146955" y="480915"/>
                  <a:pt x="328613" y="480915"/>
                </a:cubicBezTo>
                <a:cubicBezTo>
                  <a:pt x="328613" y="480915"/>
                  <a:pt x="328613" y="480915"/>
                  <a:pt x="328613" y="962816"/>
                </a:cubicBezTo>
                <a:cubicBezTo>
                  <a:pt x="339144" y="933691"/>
                  <a:pt x="368104" y="870143"/>
                  <a:pt x="397064" y="870143"/>
                </a:cubicBezTo>
                <a:cubicBezTo>
                  <a:pt x="439187" y="870143"/>
                  <a:pt x="478678" y="976055"/>
                  <a:pt x="478678" y="976055"/>
                </a:cubicBezTo>
                <a:cubicBezTo>
                  <a:pt x="478678" y="976055"/>
                  <a:pt x="512903" y="870143"/>
                  <a:pt x="552394" y="870143"/>
                </a:cubicBezTo>
                <a:cubicBezTo>
                  <a:pt x="591885" y="870143"/>
                  <a:pt x="634009" y="976055"/>
                  <a:pt x="634009" y="976055"/>
                </a:cubicBezTo>
                <a:cubicBezTo>
                  <a:pt x="634009" y="976055"/>
                  <a:pt x="668234" y="870143"/>
                  <a:pt x="707725" y="870143"/>
                </a:cubicBezTo>
                <a:cubicBezTo>
                  <a:pt x="747216" y="870143"/>
                  <a:pt x="789340" y="976055"/>
                  <a:pt x="789340" y="976055"/>
                </a:cubicBezTo>
                <a:cubicBezTo>
                  <a:pt x="789340" y="976055"/>
                  <a:pt x="789340" y="976055"/>
                  <a:pt x="789340" y="999886"/>
                </a:cubicBezTo>
                <a:cubicBezTo>
                  <a:pt x="789340" y="999886"/>
                  <a:pt x="789340" y="999886"/>
                  <a:pt x="863056" y="999886"/>
                </a:cubicBezTo>
                <a:cubicBezTo>
                  <a:pt x="863056" y="999886"/>
                  <a:pt x="863056" y="999886"/>
                  <a:pt x="863056" y="925747"/>
                </a:cubicBezTo>
                <a:cubicBezTo>
                  <a:pt x="810402" y="915156"/>
                  <a:pt x="770911" y="867495"/>
                  <a:pt x="770911" y="811891"/>
                </a:cubicBezTo>
                <a:cubicBezTo>
                  <a:pt x="770911" y="756287"/>
                  <a:pt x="810402" y="708626"/>
                  <a:pt x="863056" y="698035"/>
                </a:cubicBezTo>
                <a:cubicBezTo>
                  <a:pt x="863056" y="698035"/>
                  <a:pt x="863056" y="698035"/>
                  <a:pt x="863056" y="568293"/>
                </a:cubicBezTo>
                <a:cubicBezTo>
                  <a:pt x="863056" y="568293"/>
                  <a:pt x="863056" y="568293"/>
                  <a:pt x="910445" y="568293"/>
                </a:cubicBezTo>
                <a:cubicBezTo>
                  <a:pt x="910445" y="568293"/>
                  <a:pt x="910445" y="568293"/>
                  <a:pt x="910445" y="698035"/>
                </a:cubicBezTo>
                <a:cubicBezTo>
                  <a:pt x="963099" y="708626"/>
                  <a:pt x="1002590" y="756287"/>
                  <a:pt x="1002590" y="811891"/>
                </a:cubicBezTo>
                <a:cubicBezTo>
                  <a:pt x="1002590" y="870143"/>
                  <a:pt x="963099" y="915156"/>
                  <a:pt x="910445" y="925747"/>
                </a:cubicBezTo>
                <a:cubicBezTo>
                  <a:pt x="910445" y="925747"/>
                  <a:pt x="910445" y="925747"/>
                  <a:pt x="910445" y="999886"/>
                </a:cubicBezTo>
                <a:cubicBezTo>
                  <a:pt x="910445" y="999886"/>
                  <a:pt x="910445" y="999886"/>
                  <a:pt x="973630" y="999886"/>
                </a:cubicBezTo>
                <a:cubicBezTo>
                  <a:pt x="973630" y="999886"/>
                  <a:pt x="973630" y="999886"/>
                  <a:pt x="973630" y="923099"/>
                </a:cubicBezTo>
                <a:cubicBezTo>
                  <a:pt x="973630" y="923099"/>
                  <a:pt x="973630" y="923099"/>
                  <a:pt x="1052612" y="923099"/>
                </a:cubicBezTo>
                <a:cubicBezTo>
                  <a:pt x="1052612" y="923099"/>
                  <a:pt x="1052612" y="923099"/>
                  <a:pt x="1052612" y="822482"/>
                </a:cubicBezTo>
                <a:cubicBezTo>
                  <a:pt x="1052612" y="822482"/>
                  <a:pt x="1052612" y="822482"/>
                  <a:pt x="1223739" y="822482"/>
                </a:cubicBezTo>
                <a:cubicBezTo>
                  <a:pt x="1223739" y="822482"/>
                  <a:pt x="1223739" y="822482"/>
                  <a:pt x="1223739" y="533871"/>
                </a:cubicBezTo>
                <a:cubicBezTo>
                  <a:pt x="1223739" y="533871"/>
                  <a:pt x="1223739" y="533871"/>
                  <a:pt x="1452786" y="533871"/>
                </a:cubicBezTo>
                <a:cubicBezTo>
                  <a:pt x="1452786" y="533871"/>
                  <a:pt x="1452786" y="533871"/>
                  <a:pt x="1452786" y="827778"/>
                </a:cubicBezTo>
                <a:cubicBezTo>
                  <a:pt x="1452786" y="827778"/>
                  <a:pt x="1452786" y="827778"/>
                  <a:pt x="1687099" y="827778"/>
                </a:cubicBezTo>
                <a:cubicBezTo>
                  <a:pt x="1687099" y="827778"/>
                  <a:pt x="1687099" y="827778"/>
                  <a:pt x="1687099" y="645080"/>
                </a:cubicBezTo>
                <a:cubicBezTo>
                  <a:pt x="1687099" y="645080"/>
                  <a:pt x="1687099" y="645080"/>
                  <a:pt x="1795945" y="645080"/>
                </a:cubicBezTo>
                <a:lnTo>
                  <a:pt x="1814336" y="645080"/>
                </a:lnTo>
                <a:lnTo>
                  <a:pt x="1814055" y="568843"/>
                </a:lnTo>
                <a:lnTo>
                  <a:pt x="1896602" y="567286"/>
                </a:lnTo>
                <a:lnTo>
                  <a:pt x="1917630" y="135119"/>
                </a:lnTo>
                <a:lnTo>
                  <a:pt x="2020520" y="135119"/>
                </a:lnTo>
                <a:lnTo>
                  <a:pt x="2040929" y="567805"/>
                </a:lnTo>
                <a:lnTo>
                  <a:pt x="2085058" y="569362"/>
                </a:lnTo>
                <a:lnTo>
                  <a:pt x="2104692" y="247596"/>
                </a:lnTo>
                <a:lnTo>
                  <a:pt x="2211603" y="247596"/>
                </a:lnTo>
                <a:lnTo>
                  <a:pt x="2230423" y="571958"/>
                </a:lnTo>
                <a:lnTo>
                  <a:pt x="2293761" y="575073"/>
                </a:lnTo>
                <a:cubicBezTo>
                  <a:pt x="2293761" y="543923"/>
                  <a:pt x="2293761" y="512255"/>
                  <a:pt x="2293761" y="481105"/>
                </a:cubicBezTo>
                <a:cubicBezTo>
                  <a:pt x="2293761" y="456704"/>
                  <a:pt x="2303625" y="437495"/>
                  <a:pt x="2325430" y="425035"/>
                </a:cubicBezTo>
                <a:cubicBezTo>
                  <a:pt x="2329064" y="422959"/>
                  <a:pt x="2331660" y="420882"/>
                  <a:pt x="2333736" y="417248"/>
                </a:cubicBezTo>
                <a:cubicBezTo>
                  <a:pt x="2338409" y="408422"/>
                  <a:pt x="2365406" y="405307"/>
                  <a:pt x="2370078" y="413614"/>
                </a:cubicBezTo>
                <a:cubicBezTo>
                  <a:pt x="2374751" y="421920"/>
                  <a:pt x="2382019" y="425035"/>
                  <a:pt x="2388249" y="430227"/>
                </a:cubicBezTo>
                <a:cubicBezTo>
                  <a:pt x="2402785" y="441648"/>
                  <a:pt x="2411611" y="456185"/>
                  <a:pt x="2411611" y="474355"/>
                </a:cubicBezTo>
                <a:cubicBezTo>
                  <a:pt x="2411611" y="487335"/>
                  <a:pt x="2416802" y="490969"/>
                  <a:pt x="2428224" y="489411"/>
                </a:cubicBezTo>
                <a:cubicBezTo>
                  <a:pt x="2439646" y="487854"/>
                  <a:pt x="2444318" y="494084"/>
                  <a:pt x="2443799" y="504986"/>
                </a:cubicBezTo>
                <a:cubicBezTo>
                  <a:pt x="2443280" y="513293"/>
                  <a:pt x="2443799" y="521599"/>
                  <a:pt x="2443799" y="530425"/>
                </a:cubicBezTo>
                <a:cubicBezTo>
                  <a:pt x="2443799" y="534059"/>
                  <a:pt x="2443280" y="538213"/>
                  <a:pt x="2448472" y="538732"/>
                </a:cubicBezTo>
                <a:cubicBezTo>
                  <a:pt x="2454182" y="539251"/>
                  <a:pt x="2454182" y="534059"/>
                  <a:pt x="2454182" y="529906"/>
                </a:cubicBezTo>
                <a:cubicBezTo>
                  <a:pt x="2454702" y="516408"/>
                  <a:pt x="2455740" y="502390"/>
                  <a:pt x="2455740" y="488892"/>
                </a:cubicBezTo>
                <a:cubicBezTo>
                  <a:pt x="2456259" y="452551"/>
                  <a:pt x="2456259" y="416209"/>
                  <a:pt x="2455740" y="379868"/>
                </a:cubicBezTo>
                <a:cubicBezTo>
                  <a:pt x="2455740" y="368966"/>
                  <a:pt x="2459374" y="361697"/>
                  <a:pt x="2471834" y="361697"/>
                </a:cubicBezTo>
                <a:cubicBezTo>
                  <a:pt x="2511290" y="361697"/>
                  <a:pt x="2550746" y="361697"/>
                  <a:pt x="2590203" y="361697"/>
                </a:cubicBezTo>
                <a:cubicBezTo>
                  <a:pt x="2600067" y="361697"/>
                  <a:pt x="2604739" y="366889"/>
                  <a:pt x="2604220" y="376753"/>
                </a:cubicBezTo>
                <a:cubicBezTo>
                  <a:pt x="2604220" y="386098"/>
                  <a:pt x="2604739" y="395443"/>
                  <a:pt x="2603701" y="404788"/>
                </a:cubicBezTo>
                <a:cubicBezTo>
                  <a:pt x="2602662" y="415171"/>
                  <a:pt x="2606297" y="420882"/>
                  <a:pt x="2616161" y="425035"/>
                </a:cubicBezTo>
                <a:cubicBezTo>
                  <a:pt x="2637965" y="434899"/>
                  <a:pt x="2648349" y="453070"/>
                  <a:pt x="2648868" y="476951"/>
                </a:cubicBezTo>
                <a:cubicBezTo>
                  <a:pt x="2648868" y="493565"/>
                  <a:pt x="2648868" y="510697"/>
                  <a:pt x="2648868" y="527310"/>
                </a:cubicBezTo>
                <a:cubicBezTo>
                  <a:pt x="2648868" y="542106"/>
                  <a:pt x="2648090" y="548596"/>
                  <a:pt x="2651010" y="551386"/>
                </a:cubicBezTo>
                <a:lnTo>
                  <a:pt x="2661207" y="552175"/>
                </a:lnTo>
                <a:lnTo>
                  <a:pt x="2661207" y="497877"/>
                </a:lnTo>
                <a:cubicBezTo>
                  <a:pt x="2661207" y="443514"/>
                  <a:pt x="2661207" y="371030"/>
                  <a:pt x="2661207" y="274385"/>
                </a:cubicBezTo>
                <a:cubicBezTo>
                  <a:pt x="2661207" y="274385"/>
                  <a:pt x="2661207" y="274385"/>
                  <a:pt x="2916581" y="274385"/>
                </a:cubicBezTo>
                <a:cubicBezTo>
                  <a:pt x="2916581" y="274385"/>
                  <a:pt x="2916581" y="274385"/>
                  <a:pt x="2916581" y="623897"/>
                </a:cubicBezTo>
                <a:cubicBezTo>
                  <a:pt x="2916581" y="623897"/>
                  <a:pt x="2916581" y="623897"/>
                  <a:pt x="3103505" y="623897"/>
                </a:cubicBezTo>
                <a:cubicBezTo>
                  <a:pt x="3103505" y="623897"/>
                  <a:pt x="3103505" y="623897"/>
                  <a:pt x="3103505" y="938986"/>
                </a:cubicBezTo>
                <a:cubicBezTo>
                  <a:pt x="3103505" y="938986"/>
                  <a:pt x="3103505" y="938986"/>
                  <a:pt x="3253570" y="938986"/>
                </a:cubicBezTo>
                <a:cubicBezTo>
                  <a:pt x="3253570" y="938986"/>
                  <a:pt x="3253570" y="938986"/>
                  <a:pt x="3253570" y="833074"/>
                </a:cubicBezTo>
                <a:cubicBezTo>
                  <a:pt x="3253570" y="833074"/>
                  <a:pt x="3253570" y="833074"/>
                  <a:pt x="3458923" y="833074"/>
                </a:cubicBezTo>
                <a:cubicBezTo>
                  <a:pt x="3458923" y="833074"/>
                  <a:pt x="3458923" y="833074"/>
                  <a:pt x="3458923" y="449141"/>
                </a:cubicBezTo>
                <a:cubicBezTo>
                  <a:pt x="3458923" y="449141"/>
                  <a:pt x="3458923" y="449141"/>
                  <a:pt x="3619519" y="449141"/>
                </a:cubicBezTo>
                <a:cubicBezTo>
                  <a:pt x="3619519" y="449141"/>
                  <a:pt x="3619519" y="449141"/>
                  <a:pt x="3619519" y="822482"/>
                </a:cubicBezTo>
                <a:cubicBezTo>
                  <a:pt x="3619519" y="822482"/>
                  <a:pt x="3619519" y="822482"/>
                  <a:pt x="3716929" y="822482"/>
                </a:cubicBezTo>
                <a:cubicBezTo>
                  <a:pt x="3716929" y="822482"/>
                  <a:pt x="3716929" y="822482"/>
                  <a:pt x="3716929" y="533871"/>
                </a:cubicBezTo>
                <a:cubicBezTo>
                  <a:pt x="3716929" y="533871"/>
                  <a:pt x="3716929" y="533871"/>
                  <a:pt x="3948609" y="533871"/>
                </a:cubicBezTo>
                <a:cubicBezTo>
                  <a:pt x="3948609" y="533871"/>
                  <a:pt x="3948609" y="533871"/>
                  <a:pt x="3948609" y="827778"/>
                </a:cubicBezTo>
                <a:cubicBezTo>
                  <a:pt x="3948609" y="827778"/>
                  <a:pt x="3948609" y="827778"/>
                  <a:pt x="3952270" y="827778"/>
                </a:cubicBezTo>
                <a:lnTo>
                  <a:pt x="3956368" y="827778"/>
                </a:lnTo>
                <a:lnTo>
                  <a:pt x="3956368" y="761209"/>
                </a:lnTo>
                <a:lnTo>
                  <a:pt x="3956368" y="714516"/>
                </a:lnTo>
                <a:lnTo>
                  <a:pt x="4000985" y="714516"/>
                </a:lnTo>
                <a:lnTo>
                  <a:pt x="4000985" y="420341"/>
                </a:lnTo>
                <a:lnTo>
                  <a:pt x="4000984" y="420341"/>
                </a:lnTo>
                <a:lnTo>
                  <a:pt x="4000984" y="339659"/>
                </a:lnTo>
                <a:lnTo>
                  <a:pt x="4071715" y="339659"/>
                </a:lnTo>
                <a:lnTo>
                  <a:pt x="4142446" y="339659"/>
                </a:lnTo>
                <a:lnTo>
                  <a:pt x="4142446" y="413478"/>
                </a:lnTo>
                <a:lnTo>
                  <a:pt x="4142446" y="413480"/>
                </a:lnTo>
                <a:lnTo>
                  <a:pt x="4142446" y="713686"/>
                </a:lnTo>
                <a:lnTo>
                  <a:pt x="4182921" y="713686"/>
                </a:lnTo>
                <a:lnTo>
                  <a:pt x="4182921" y="705384"/>
                </a:lnTo>
                <a:cubicBezTo>
                  <a:pt x="4182921" y="687899"/>
                  <a:pt x="4182921" y="667917"/>
                  <a:pt x="4182921" y="645080"/>
                </a:cubicBezTo>
                <a:cubicBezTo>
                  <a:pt x="4182921" y="645080"/>
                  <a:pt x="4182921" y="645080"/>
                  <a:pt x="4214842" y="645080"/>
                </a:cubicBezTo>
                <a:lnTo>
                  <a:pt x="4243942" y="645080"/>
                </a:lnTo>
                <a:lnTo>
                  <a:pt x="4243942" y="339659"/>
                </a:lnTo>
                <a:lnTo>
                  <a:pt x="4243942" y="249509"/>
                </a:lnTo>
                <a:lnTo>
                  <a:pt x="4288534" y="249509"/>
                </a:lnTo>
                <a:lnTo>
                  <a:pt x="4337854" y="249509"/>
                </a:lnTo>
                <a:lnTo>
                  <a:pt x="4337854" y="322718"/>
                </a:lnTo>
                <a:lnTo>
                  <a:pt x="4337854" y="322720"/>
                </a:lnTo>
                <a:lnTo>
                  <a:pt x="4337854" y="380000"/>
                </a:lnTo>
                <a:lnTo>
                  <a:pt x="4654875" y="380000"/>
                </a:lnTo>
                <a:lnTo>
                  <a:pt x="4654875" y="379790"/>
                </a:lnTo>
                <a:lnTo>
                  <a:pt x="4675084" y="379790"/>
                </a:lnTo>
                <a:lnTo>
                  <a:pt x="4675084" y="474896"/>
                </a:lnTo>
                <a:lnTo>
                  <a:pt x="4676745" y="475064"/>
                </a:lnTo>
                <a:cubicBezTo>
                  <a:pt x="4708955" y="481655"/>
                  <a:pt x="4734183" y="507417"/>
                  <a:pt x="4739988" y="539907"/>
                </a:cubicBezTo>
                <a:lnTo>
                  <a:pt x="4740674" y="547701"/>
                </a:lnTo>
                <a:lnTo>
                  <a:pt x="4741248" y="547701"/>
                </a:lnTo>
                <a:lnTo>
                  <a:pt x="4741248" y="554205"/>
                </a:lnTo>
                <a:lnTo>
                  <a:pt x="4741248" y="554208"/>
                </a:lnTo>
                <a:lnTo>
                  <a:pt x="4741248" y="739927"/>
                </a:lnTo>
                <a:lnTo>
                  <a:pt x="4764753" y="740400"/>
                </a:lnTo>
                <a:cubicBezTo>
                  <a:pt x="4764753" y="740400"/>
                  <a:pt x="4764753" y="740400"/>
                  <a:pt x="4764753" y="666262"/>
                </a:cubicBezTo>
                <a:cubicBezTo>
                  <a:pt x="4764753" y="666262"/>
                  <a:pt x="4764753" y="666262"/>
                  <a:pt x="4899024" y="666262"/>
                </a:cubicBezTo>
                <a:cubicBezTo>
                  <a:pt x="4899024" y="666262"/>
                  <a:pt x="4899024" y="666262"/>
                  <a:pt x="4899024" y="735104"/>
                </a:cubicBezTo>
                <a:cubicBezTo>
                  <a:pt x="4899024" y="735104"/>
                  <a:pt x="4899024" y="735104"/>
                  <a:pt x="5028026" y="735104"/>
                </a:cubicBezTo>
                <a:cubicBezTo>
                  <a:pt x="5028026" y="735104"/>
                  <a:pt x="5028026" y="735104"/>
                  <a:pt x="5028026" y="658319"/>
                </a:cubicBezTo>
                <a:cubicBezTo>
                  <a:pt x="5028026" y="658319"/>
                  <a:pt x="5028026" y="658319"/>
                  <a:pt x="5154397" y="660966"/>
                </a:cubicBezTo>
                <a:cubicBezTo>
                  <a:pt x="5154397" y="660966"/>
                  <a:pt x="5154397" y="660966"/>
                  <a:pt x="5154397" y="369707"/>
                </a:cubicBezTo>
                <a:cubicBezTo>
                  <a:pt x="5154397" y="369707"/>
                  <a:pt x="5154397" y="369707"/>
                  <a:pt x="5409771" y="369707"/>
                </a:cubicBezTo>
                <a:cubicBezTo>
                  <a:pt x="5409771" y="369707"/>
                  <a:pt x="5409771" y="369707"/>
                  <a:pt x="5409771" y="623897"/>
                </a:cubicBezTo>
                <a:cubicBezTo>
                  <a:pt x="5409771" y="623897"/>
                  <a:pt x="5409771" y="623897"/>
                  <a:pt x="5599327" y="623897"/>
                </a:cubicBezTo>
                <a:cubicBezTo>
                  <a:pt x="5599327" y="623897"/>
                  <a:pt x="5599327" y="623897"/>
                  <a:pt x="5599327" y="681817"/>
                </a:cubicBezTo>
                <a:lnTo>
                  <a:pt x="5599327" y="692743"/>
                </a:lnTo>
                <a:lnTo>
                  <a:pt x="5628967" y="692743"/>
                </a:lnTo>
                <a:lnTo>
                  <a:pt x="5628967" y="672950"/>
                </a:lnTo>
                <a:lnTo>
                  <a:pt x="5794767" y="672950"/>
                </a:lnTo>
                <a:lnTo>
                  <a:pt x="5794803" y="672943"/>
                </a:lnTo>
                <a:lnTo>
                  <a:pt x="5792189" y="672943"/>
                </a:lnTo>
                <a:lnTo>
                  <a:pt x="5784518" y="672943"/>
                </a:lnTo>
                <a:lnTo>
                  <a:pt x="5628967" y="672943"/>
                </a:lnTo>
                <a:lnTo>
                  <a:pt x="5792189" y="576196"/>
                </a:lnTo>
                <a:lnTo>
                  <a:pt x="5792189" y="668395"/>
                </a:lnTo>
                <a:lnTo>
                  <a:pt x="5947738" y="576196"/>
                </a:lnTo>
                <a:lnTo>
                  <a:pt x="5947738" y="668395"/>
                </a:lnTo>
                <a:lnTo>
                  <a:pt x="6103287" y="576196"/>
                </a:lnTo>
                <a:lnTo>
                  <a:pt x="6103287" y="668395"/>
                </a:lnTo>
                <a:lnTo>
                  <a:pt x="6258836" y="576196"/>
                </a:lnTo>
                <a:lnTo>
                  <a:pt x="6258836" y="672943"/>
                </a:lnTo>
                <a:lnTo>
                  <a:pt x="6154820" y="672943"/>
                </a:lnTo>
                <a:lnTo>
                  <a:pt x="6154820" y="672950"/>
                </a:lnTo>
                <a:lnTo>
                  <a:pt x="6258836" y="672950"/>
                </a:lnTo>
                <a:lnTo>
                  <a:pt x="6258836" y="708560"/>
                </a:lnTo>
                <a:lnTo>
                  <a:pt x="6258836" y="726328"/>
                </a:lnTo>
                <a:lnTo>
                  <a:pt x="6349534" y="726328"/>
                </a:lnTo>
                <a:cubicBezTo>
                  <a:pt x="6354193" y="726328"/>
                  <a:pt x="6354387" y="726134"/>
                  <a:pt x="6354387" y="721669"/>
                </a:cubicBezTo>
                <a:cubicBezTo>
                  <a:pt x="6354387" y="698761"/>
                  <a:pt x="6354387" y="676048"/>
                  <a:pt x="6354387" y="653142"/>
                </a:cubicBezTo>
                <a:cubicBezTo>
                  <a:pt x="6354387" y="651200"/>
                  <a:pt x="6354193" y="649647"/>
                  <a:pt x="6351863" y="648482"/>
                </a:cubicBezTo>
                <a:cubicBezTo>
                  <a:pt x="6348369" y="646735"/>
                  <a:pt x="6348563" y="644018"/>
                  <a:pt x="6352251" y="641882"/>
                </a:cubicBezTo>
                <a:cubicBezTo>
                  <a:pt x="6353999" y="640911"/>
                  <a:pt x="6354581" y="639941"/>
                  <a:pt x="6354581" y="638194"/>
                </a:cubicBezTo>
                <a:cubicBezTo>
                  <a:pt x="6354581" y="622081"/>
                  <a:pt x="6354581" y="605967"/>
                  <a:pt x="6354581" y="589854"/>
                </a:cubicBezTo>
                <a:cubicBezTo>
                  <a:pt x="6354581" y="587719"/>
                  <a:pt x="6353610" y="586554"/>
                  <a:pt x="6351863" y="585584"/>
                </a:cubicBezTo>
                <a:cubicBezTo>
                  <a:pt x="6348757" y="583836"/>
                  <a:pt x="6348757" y="581507"/>
                  <a:pt x="6351863" y="579954"/>
                </a:cubicBezTo>
                <a:cubicBezTo>
                  <a:pt x="6354581" y="578595"/>
                  <a:pt x="6354581" y="576848"/>
                  <a:pt x="6354581" y="574712"/>
                </a:cubicBezTo>
                <a:cubicBezTo>
                  <a:pt x="6354581" y="559182"/>
                  <a:pt x="6354581" y="543651"/>
                  <a:pt x="6354581" y="528121"/>
                </a:cubicBezTo>
                <a:cubicBezTo>
                  <a:pt x="6354581" y="525792"/>
                  <a:pt x="6354387" y="524238"/>
                  <a:pt x="6351669" y="522879"/>
                </a:cubicBezTo>
                <a:cubicBezTo>
                  <a:pt x="6348369" y="521326"/>
                  <a:pt x="6348563" y="518026"/>
                  <a:pt x="6351863" y="516473"/>
                </a:cubicBezTo>
                <a:cubicBezTo>
                  <a:pt x="6354193" y="515308"/>
                  <a:pt x="6354387" y="513755"/>
                  <a:pt x="6354387" y="511814"/>
                </a:cubicBezTo>
                <a:cubicBezTo>
                  <a:pt x="6354387" y="496672"/>
                  <a:pt x="6354387" y="481335"/>
                  <a:pt x="6354387" y="465999"/>
                </a:cubicBezTo>
                <a:cubicBezTo>
                  <a:pt x="6354387" y="463864"/>
                  <a:pt x="6353999" y="462311"/>
                  <a:pt x="6351475" y="460952"/>
                </a:cubicBezTo>
                <a:cubicBezTo>
                  <a:pt x="6348369" y="459399"/>
                  <a:pt x="6348563" y="456293"/>
                  <a:pt x="6351863" y="454545"/>
                </a:cubicBezTo>
                <a:cubicBezTo>
                  <a:pt x="6353999" y="453575"/>
                  <a:pt x="6354387" y="452410"/>
                  <a:pt x="6354387" y="450469"/>
                </a:cubicBezTo>
                <a:cubicBezTo>
                  <a:pt x="6354387" y="434356"/>
                  <a:pt x="6354387" y="418243"/>
                  <a:pt x="6354387" y="402130"/>
                </a:cubicBezTo>
                <a:cubicBezTo>
                  <a:pt x="6354387" y="400189"/>
                  <a:pt x="6353805" y="399218"/>
                  <a:pt x="6351863" y="398054"/>
                </a:cubicBezTo>
                <a:cubicBezTo>
                  <a:pt x="6348369" y="396112"/>
                  <a:pt x="6348369" y="393394"/>
                  <a:pt x="6352057" y="391453"/>
                </a:cubicBezTo>
                <a:cubicBezTo>
                  <a:pt x="6354193" y="390288"/>
                  <a:pt x="6354387" y="388929"/>
                  <a:pt x="6354387" y="387182"/>
                </a:cubicBezTo>
                <a:cubicBezTo>
                  <a:pt x="6354387" y="371652"/>
                  <a:pt x="6354387" y="356121"/>
                  <a:pt x="6354387" y="340591"/>
                </a:cubicBezTo>
                <a:cubicBezTo>
                  <a:pt x="6354387" y="338650"/>
                  <a:pt x="6354193" y="337096"/>
                  <a:pt x="6351863" y="335932"/>
                </a:cubicBezTo>
                <a:cubicBezTo>
                  <a:pt x="6348369" y="334185"/>
                  <a:pt x="6348563" y="331467"/>
                  <a:pt x="6352251" y="329331"/>
                </a:cubicBezTo>
                <a:cubicBezTo>
                  <a:pt x="6353999" y="328361"/>
                  <a:pt x="6354581" y="327390"/>
                  <a:pt x="6354581" y="325643"/>
                </a:cubicBezTo>
                <a:cubicBezTo>
                  <a:pt x="6354581" y="309530"/>
                  <a:pt x="6354581" y="293417"/>
                  <a:pt x="6354581" y="277304"/>
                </a:cubicBezTo>
                <a:cubicBezTo>
                  <a:pt x="6354581" y="275363"/>
                  <a:pt x="6353999" y="273810"/>
                  <a:pt x="6351863" y="273227"/>
                </a:cubicBezTo>
                <a:cubicBezTo>
                  <a:pt x="6349922" y="272645"/>
                  <a:pt x="6349534" y="271286"/>
                  <a:pt x="6349922" y="269539"/>
                </a:cubicBezTo>
                <a:cubicBezTo>
                  <a:pt x="6350310" y="267792"/>
                  <a:pt x="6351863" y="267209"/>
                  <a:pt x="6353610" y="267209"/>
                </a:cubicBezTo>
                <a:cubicBezTo>
                  <a:pt x="6354775" y="267209"/>
                  <a:pt x="6356134" y="267209"/>
                  <a:pt x="6357299" y="267209"/>
                </a:cubicBezTo>
                <a:cubicBezTo>
                  <a:pt x="6380206" y="267209"/>
                  <a:pt x="6403308" y="267209"/>
                  <a:pt x="6426409" y="267209"/>
                </a:cubicBezTo>
                <a:cubicBezTo>
                  <a:pt x="6427768" y="267209"/>
                  <a:pt x="6429321" y="267015"/>
                  <a:pt x="6430680" y="267209"/>
                </a:cubicBezTo>
                <a:cubicBezTo>
                  <a:pt x="6433010" y="267404"/>
                  <a:pt x="6433980" y="268568"/>
                  <a:pt x="6433980" y="270704"/>
                </a:cubicBezTo>
                <a:cubicBezTo>
                  <a:pt x="6433786" y="272839"/>
                  <a:pt x="6432233" y="273033"/>
                  <a:pt x="6430486" y="273033"/>
                </a:cubicBezTo>
                <a:cubicBezTo>
                  <a:pt x="6429515" y="273033"/>
                  <a:pt x="6428739" y="273033"/>
                  <a:pt x="6427962" y="273033"/>
                </a:cubicBezTo>
                <a:cubicBezTo>
                  <a:pt x="6427962" y="273422"/>
                  <a:pt x="6427768" y="273810"/>
                  <a:pt x="6427768" y="274198"/>
                </a:cubicBezTo>
                <a:cubicBezTo>
                  <a:pt x="6427768" y="292641"/>
                  <a:pt x="6427768" y="310889"/>
                  <a:pt x="6427768" y="329137"/>
                </a:cubicBezTo>
                <a:cubicBezTo>
                  <a:pt x="6428933" y="329331"/>
                  <a:pt x="6429904" y="329137"/>
                  <a:pt x="6430874" y="329331"/>
                </a:cubicBezTo>
                <a:cubicBezTo>
                  <a:pt x="6432622" y="329525"/>
                  <a:pt x="6433786" y="330690"/>
                  <a:pt x="6433786" y="332438"/>
                </a:cubicBezTo>
                <a:cubicBezTo>
                  <a:pt x="6433980" y="334379"/>
                  <a:pt x="6433010" y="335737"/>
                  <a:pt x="6430874" y="336126"/>
                </a:cubicBezTo>
                <a:cubicBezTo>
                  <a:pt x="6429710" y="336320"/>
                  <a:pt x="6428739" y="336320"/>
                  <a:pt x="6427768" y="336320"/>
                </a:cubicBezTo>
                <a:cubicBezTo>
                  <a:pt x="6427768" y="354763"/>
                  <a:pt x="6427768" y="373011"/>
                  <a:pt x="6427768" y="391259"/>
                </a:cubicBezTo>
                <a:cubicBezTo>
                  <a:pt x="6428933" y="391259"/>
                  <a:pt x="6429904" y="391259"/>
                  <a:pt x="6430874" y="391453"/>
                </a:cubicBezTo>
                <a:cubicBezTo>
                  <a:pt x="6433010" y="391647"/>
                  <a:pt x="6433786" y="393006"/>
                  <a:pt x="6433786" y="395142"/>
                </a:cubicBezTo>
                <a:cubicBezTo>
                  <a:pt x="6433786" y="396889"/>
                  <a:pt x="6432816" y="398054"/>
                  <a:pt x="6430874" y="398248"/>
                </a:cubicBezTo>
                <a:cubicBezTo>
                  <a:pt x="6429710" y="398248"/>
                  <a:pt x="6428739" y="398248"/>
                  <a:pt x="6427768" y="398248"/>
                </a:cubicBezTo>
                <a:cubicBezTo>
                  <a:pt x="6427768" y="417078"/>
                  <a:pt x="6427768" y="435715"/>
                  <a:pt x="6427768" y="454351"/>
                </a:cubicBezTo>
                <a:cubicBezTo>
                  <a:pt x="6428933" y="454545"/>
                  <a:pt x="6429904" y="454351"/>
                  <a:pt x="6430874" y="454545"/>
                </a:cubicBezTo>
                <a:cubicBezTo>
                  <a:pt x="6432622" y="454740"/>
                  <a:pt x="6433786" y="455904"/>
                  <a:pt x="6433786" y="457652"/>
                </a:cubicBezTo>
                <a:cubicBezTo>
                  <a:pt x="6433980" y="459593"/>
                  <a:pt x="6433010" y="460952"/>
                  <a:pt x="6430874" y="461340"/>
                </a:cubicBezTo>
                <a:cubicBezTo>
                  <a:pt x="6429710" y="461534"/>
                  <a:pt x="6428739" y="461534"/>
                  <a:pt x="6427768" y="461534"/>
                </a:cubicBezTo>
                <a:cubicBezTo>
                  <a:pt x="6427574" y="461534"/>
                  <a:pt x="6427574" y="461534"/>
                  <a:pt x="6427574" y="461534"/>
                </a:cubicBezTo>
                <a:cubicBezTo>
                  <a:pt x="6427574" y="461728"/>
                  <a:pt x="6427574" y="461728"/>
                  <a:pt x="6427574" y="461728"/>
                </a:cubicBezTo>
                <a:lnTo>
                  <a:pt x="6427768" y="461728"/>
                </a:lnTo>
                <a:cubicBezTo>
                  <a:pt x="6427768" y="480171"/>
                  <a:pt x="6427768" y="498419"/>
                  <a:pt x="6427768" y="516667"/>
                </a:cubicBezTo>
                <a:cubicBezTo>
                  <a:pt x="6428933" y="516861"/>
                  <a:pt x="6429904" y="516667"/>
                  <a:pt x="6430874" y="516861"/>
                </a:cubicBezTo>
                <a:cubicBezTo>
                  <a:pt x="6433010" y="517055"/>
                  <a:pt x="6433980" y="518608"/>
                  <a:pt x="6433786" y="520550"/>
                </a:cubicBezTo>
                <a:cubicBezTo>
                  <a:pt x="6433786" y="522297"/>
                  <a:pt x="6432816" y="523462"/>
                  <a:pt x="6430874" y="523656"/>
                </a:cubicBezTo>
                <a:cubicBezTo>
                  <a:pt x="6429710" y="523850"/>
                  <a:pt x="6428739" y="523850"/>
                  <a:pt x="6427768" y="523850"/>
                </a:cubicBezTo>
                <a:cubicBezTo>
                  <a:pt x="6427768" y="542681"/>
                  <a:pt x="6427768" y="561317"/>
                  <a:pt x="6427768" y="579954"/>
                </a:cubicBezTo>
                <a:cubicBezTo>
                  <a:pt x="6429127" y="579954"/>
                  <a:pt x="6430292" y="579954"/>
                  <a:pt x="6431457" y="580148"/>
                </a:cubicBezTo>
                <a:cubicBezTo>
                  <a:pt x="6433010" y="580536"/>
                  <a:pt x="6433786" y="581701"/>
                  <a:pt x="6433786" y="583254"/>
                </a:cubicBezTo>
                <a:cubicBezTo>
                  <a:pt x="6433786" y="585001"/>
                  <a:pt x="6433010" y="585778"/>
                  <a:pt x="6431263" y="585972"/>
                </a:cubicBezTo>
                <a:cubicBezTo>
                  <a:pt x="6430098" y="586166"/>
                  <a:pt x="6428933" y="586749"/>
                  <a:pt x="6427768" y="587137"/>
                </a:cubicBezTo>
                <a:cubicBezTo>
                  <a:pt x="6427768" y="605580"/>
                  <a:pt x="6427768" y="623828"/>
                  <a:pt x="6427768" y="642076"/>
                </a:cubicBezTo>
                <a:cubicBezTo>
                  <a:pt x="6428933" y="642270"/>
                  <a:pt x="6429904" y="642076"/>
                  <a:pt x="6430874" y="642270"/>
                </a:cubicBezTo>
                <a:cubicBezTo>
                  <a:pt x="6433010" y="642465"/>
                  <a:pt x="6433980" y="643823"/>
                  <a:pt x="6433786" y="645959"/>
                </a:cubicBezTo>
                <a:cubicBezTo>
                  <a:pt x="6433786" y="647706"/>
                  <a:pt x="6432816" y="648871"/>
                  <a:pt x="6430874" y="649065"/>
                </a:cubicBezTo>
                <a:cubicBezTo>
                  <a:pt x="6429710" y="649259"/>
                  <a:pt x="6428739" y="649259"/>
                  <a:pt x="6427768" y="649259"/>
                </a:cubicBezTo>
                <a:cubicBezTo>
                  <a:pt x="6427768" y="675272"/>
                  <a:pt x="6427768" y="701479"/>
                  <a:pt x="6427768" y="727687"/>
                </a:cubicBezTo>
                <a:cubicBezTo>
                  <a:pt x="6435339" y="727687"/>
                  <a:pt x="6443105" y="727881"/>
                  <a:pt x="6450870" y="727881"/>
                </a:cubicBezTo>
                <a:cubicBezTo>
                  <a:pt x="6473583" y="727881"/>
                  <a:pt x="6496490" y="727687"/>
                  <a:pt x="6519204" y="727687"/>
                </a:cubicBezTo>
                <a:cubicBezTo>
                  <a:pt x="6519204" y="714680"/>
                  <a:pt x="6519398" y="701479"/>
                  <a:pt x="6519398" y="688473"/>
                </a:cubicBezTo>
                <a:cubicBezTo>
                  <a:pt x="6519398" y="675466"/>
                  <a:pt x="6519398" y="662266"/>
                  <a:pt x="6519398" y="649259"/>
                </a:cubicBezTo>
                <a:cubicBezTo>
                  <a:pt x="6518427" y="649259"/>
                  <a:pt x="6517651" y="649259"/>
                  <a:pt x="6516874" y="649259"/>
                </a:cubicBezTo>
                <a:cubicBezTo>
                  <a:pt x="6514545" y="649259"/>
                  <a:pt x="6513186" y="647900"/>
                  <a:pt x="6513186" y="645570"/>
                </a:cubicBezTo>
                <a:cubicBezTo>
                  <a:pt x="6513186" y="643435"/>
                  <a:pt x="6514545" y="642465"/>
                  <a:pt x="6516680" y="642270"/>
                </a:cubicBezTo>
                <a:cubicBezTo>
                  <a:pt x="6517651" y="642270"/>
                  <a:pt x="6518427" y="642270"/>
                  <a:pt x="6519204" y="642270"/>
                </a:cubicBezTo>
                <a:cubicBezTo>
                  <a:pt x="6519204" y="623440"/>
                  <a:pt x="6519204" y="604803"/>
                  <a:pt x="6519204" y="586166"/>
                </a:cubicBezTo>
                <a:cubicBezTo>
                  <a:pt x="6518815" y="586166"/>
                  <a:pt x="6518427" y="586166"/>
                  <a:pt x="6518039" y="586166"/>
                </a:cubicBezTo>
                <a:cubicBezTo>
                  <a:pt x="6515904" y="586166"/>
                  <a:pt x="6513768" y="585972"/>
                  <a:pt x="6513574" y="583448"/>
                </a:cubicBezTo>
                <a:cubicBezTo>
                  <a:pt x="6513186" y="580342"/>
                  <a:pt x="6515709" y="580148"/>
                  <a:pt x="6518039" y="580148"/>
                </a:cubicBezTo>
                <a:cubicBezTo>
                  <a:pt x="6518427" y="580148"/>
                  <a:pt x="6518815" y="580148"/>
                  <a:pt x="6519204" y="580148"/>
                </a:cubicBezTo>
                <a:cubicBezTo>
                  <a:pt x="6519204" y="561317"/>
                  <a:pt x="6519204" y="542681"/>
                  <a:pt x="6519204" y="524044"/>
                </a:cubicBezTo>
                <a:cubicBezTo>
                  <a:pt x="6518039" y="523850"/>
                  <a:pt x="6517068" y="524044"/>
                  <a:pt x="6516098" y="523850"/>
                </a:cubicBezTo>
                <a:cubicBezTo>
                  <a:pt x="6514156" y="523462"/>
                  <a:pt x="6513186" y="522297"/>
                  <a:pt x="6513186" y="520550"/>
                </a:cubicBezTo>
                <a:cubicBezTo>
                  <a:pt x="6513186" y="518415"/>
                  <a:pt x="6514156" y="517250"/>
                  <a:pt x="6516292" y="516861"/>
                </a:cubicBezTo>
                <a:cubicBezTo>
                  <a:pt x="6517457" y="516667"/>
                  <a:pt x="6518427" y="516667"/>
                  <a:pt x="6519398" y="516667"/>
                </a:cubicBezTo>
                <a:cubicBezTo>
                  <a:pt x="6519398" y="498225"/>
                  <a:pt x="6519398" y="479977"/>
                  <a:pt x="6519398" y="461728"/>
                </a:cubicBezTo>
                <a:cubicBezTo>
                  <a:pt x="6519204" y="461728"/>
                  <a:pt x="6519010" y="461728"/>
                  <a:pt x="6518815" y="461728"/>
                </a:cubicBezTo>
                <a:cubicBezTo>
                  <a:pt x="6515904" y="461534"/>
                  <a:pt x="6513380" y="460369"/>
                  <a:pt x="6513574" y="457263"/>
                </a:cubicBezTo>
                <a:cubicBezTo>
                  <a:pt x="6513768" y="453963"/>
                  <a:pt x="6517068" y="454740"/>
                  <a:pt x="6519398" y="454545"/>
                </a:cubicBezTo>
                <a:cubicBezTo>
                  <a:pt x="6519398" y="435715"/>
                  <a:pt x="6519398" y="417078"/>
                  <a:pt x="6519398" y="398442"/>
                </a:cubicBezTo>
                <a:cubicBezTo>
                  <a:pt x="6517068" y="398442"/>
                  <a:pt x="6514156" y="399024"/>
                  <a:pt x="6513574" y="395724"/>
                </a:cubicBezTo>
                <a:cubicBezTo>
                  <a:pt x="6513186" y="393589"/>
                  <a:pt x="6515321" y="392036"/>
                  <a:pt x="6519592" y="391259"/>
                </a:cubicBezTo>
                <a:cubicBezTo>
                  <a:pt x="6519592" y="372817"/>
                  <a:pt x="6519592" y="354568"/>
                  <a:pt x="6519592" y="336320"/>
                </a:cubicBezTo>
                <a:cubicBezTo>
                  <a:pt x="6519010" y="336320"/>
                  <a:pt x="6518427" y="336320"/>
                  <a:pt x="6517845" y="336320"/>
                </a:cubicBezTo>
                <a:cubicBezTo>
                  <a:pt x="6515515" y="336320"/>
                  <a:pt x="6513574" y="335543"/>
                  <a:pt x="6513574" y="332826"/>
                </a:cubicBezTo>
                <a:cubicBezTo>
                  <a:pt x="6513574" y="330108"/>
                  <a:pt x="6515321" y="329331"/>
                  <a:pt x="6517845" y="329331"/>
                </a:cubicBezTo>
                <a:cubicBezTo>
                  <a:pt x="6518427" y="329331"/>
                  <a:pt x="6519010" y="329331"/>
                  <a:pt x="6519592" y="329331"/>
                </a:cubicBezTo>
                <a:cubicBezTo>
                  <a:pt x="6519592" y="311083"/>
                  <a:pt x="6519592" y="292835"/>
                  <a:pt x="6519592" y="274586"/>
                </a:cubicBezTo>
                <a:cubicBezTo>
                  <a:pt x="6518621" y="273227"/>
                  <a:pt x="6517068" y="273422"/>
                  <a:pt x="6515709" y="273033"/>
                </a:cubicBezTo>
                <a:cubicBezTo>
                  <a:pt x="6514156" y="272645"/>
                  <a:pt x="6513380" y="271480"/>
                  <a:pt x="6513574" y="269927"/>
                </a:cubicBezTo>
                <a:cubicBezTo>
                  <a:pt x="6513768" y="268374"/>
                  <a:pt x="6514933" y="267598"/>
                  <a:pt x="6516486" y="267404"/>
                </a:cubicBezTo>
                <a:cubicBezTo>
                  <a:pt x="6517651" y="267209"/>
                  <a:pt x="6519010" y="267209"/>
                  <a:pt x="6520174" y="267209"/>
                </a:cubicBezTo>
                <a:cubicBezTo>
                  <a:pt x="6544052" y="267209"/>
                  <a:pt x="6567930" y="267209"/>
                  <a:pt x="6591809" y="267209"/>
                </a:cubicBezTo>
                <a:cubicBezTo>
                  <a:pt x="6592779" y="267209"/>
                  <a:pt x="6593556" y="267209"/>
                  <a:pt x="6594332" y="267209"/>
                </a:cubicBezTo>
                <a:cubicBezTo>
                  <a:pt x="6595885" y="267209"/>
                  <a:pt x="6597632" y="267404"/>
                  <a:pt x="6598409" y="269733"/>
                </a:cubicBezTo>
                <a:cubicBezTo>
                  <a:pt x="6598603" y="271286"/>
                  <a:pt x="6598409" y="273033"/>
                  <a:pt x="6596274" y="273227"/>
                </a:cubicBezTo>
                <a:cubicBezTo>
                  <a:pt x="6593750" y="273616"/>
                  <a:pt x="6593556" y="275169"/>
                  <a:pt x="6593556" y="277110"/>
                </a:cubicBezTo>
                <a:cubicBezTo>
                  <a:pt x="6593556" y="293223"/>
                  <a:pt x="6593556" y="309336"/>
                  <a:pt x="6593556" y="325449"/>
                </a:cubicBezTo>
                <a:cubicBezTo>
                  <a:pt x="6593556" y="327390"/>
                  <a:pt x="6594138" y="328361"/>
                  <a:pt x="6596079" y="329525"/>
                </a:cubicBezTo>
                <a:cubicBezTo>
                  <a:pt x="6599574" y="331467"/>
                  <a:pt x="6599574" y="334185"/>
                  <a:pt x="6595885" y="336126"/>
                </a:cubicBezTo>
                <a:cubicBezTo>
                  <a:pt x="6593750" y="337291"/>
                  <a:pt x="6593556" y="338650"/>
                  <a:pt x="6593556" y="340397"/>
                </a:cubicBezTo>
                <a:cubicBezTo>
                  <a:pt x="6593556" y="355927"/>
                  <a:pt x="6593556" y="371458"/>
                  <a:pt x="6593556" y="386988"/>
                </a:cubicBezTo>
                <a:cubicBezTo>
                  <a:pt x="6593556" y="388929"/>
                  <a:pt x="6593750" y="390482"/>
                  <a:pt x="6596079" y="391647"/>
                </a:cubicBezTo>
                <a:cubicBezTo>
                  <a:pt x="6599768" y="393589"/>
                  <a:pt x="6599574" y="396501"/>
                  <a:pt x="6595691" y="398442"/>
                </a:cubicBezTo>
                <a:cubicBezTo>
                  <a:pt x="6593750" y="399412"/>
                  <a:pt x="6593556" y="400771"/>
                  <a:pt x="6593556" y="402324"/>
                </a:cubicBezTo>
                <a:cubicBezTo>
                  <a:pt x="6593556" y="407954"/>
                  <a:pt x="6593556" y="413390"/>
                  <a:pt x="6593556" y="419020"/>
                </a:cubicBezTo>
                <a:cubicBezTo>
                  <a:pt x="6593556" y="429309"/>
                  <a:pt x="6593556" y="439403"/>
                  <a:pt x="6593556" y="449498"/>
                </a:cubicBezTo>
                <a:cubicBezTo>
                  <a:pt x="6593556" y="451828"/>
                  <a:pt x="6593167" y="453963"/>
                  <a:pt x="6596662" y="454934"/>
                </a:cubicBezTo>
                <a:cubicBezTo>
                  <a:pt x="6599186" y="455516"/>
                  <a:pt x="6599380" y="459981"/>
                  <a:pt x="6596662" y="460952"/>
                </a:cubicBezTo>
                <a:cubicBezTo>
                  <a:pt x="6592779" y="462505"/>
                  <a:pt x="6593362" y="465029"/>
                  <a:pt x="6593362" y="467746"/>
                </a:cubicBezTo>
                <a:cubicBezTo>
                  <a:pt x="6593362" y="482112"/>
                  <a:pt x="6593362" y="496283"/>
                  <a:pt x="6593362" y="510649"/>
                </a:cubicBezTo>
                <a:cubicBezTo>
                  <a:pt x="6593362" y="513367"/>
                  <a:pt x="6592973" y="515891"/>
                  <a:pt x="6596662" y="517444"/>
                </a:cubicBezTo>
                <a:cubicBezTo>
                  <a:pt x="6599380" y="518415"/>
                  <a:pt x="6599186" y="522685"/>
                  <a:pt x="6596468" y="523462"/>
                </a:cubicBezTo>
                <a:cubicBezTo>
                  <a:pt x="6593362" y="524238"/>
                  <a:pt x="6593362" y="525986"/>
                  <a:pt x="6593362" y="528315"/>
                </a:cubicBezTo>
                <a:cubicBezTo>
                  <a:pt x="6593362" y="539381"/>
                  <a:pt x="6593362" y="550640"/>
                  <a:pt x="6593362" y="561706"/>
                </a:cubicBezTo>
                <a:cubicBezTo>
                  <a:pt x="6593362" y="566365"/>
                  <a:pt x="6593362" y="570830"/>
                  <a:pt x="6593362" y="575489"/>
                </a:cubicBezTo>
                <a:cubicBezTo>
                  <a:pt x="6593362" y="577430"/>
                  <a:pt x="6593362" y="578983"/>
                  <a:pt x="6596079" y="579954"/>
                </a:cubicBezTo>
                <a:cubicBezTo>
                  <a:pt x="6598991" y="581119"/>
                  <a:pt x="6599186" y="584613"/>
                  <a:pt x="6596274" y="585584"/>
                </a:cubicBezTo>
                <a:cubicBezTo>
                  <a:pt x="6593167" y="586360"/>
                  <a:pt x="6593167" y="588107"/>
                  <a:pt x="6593167" y="590437"/>
                </a:cubicBezTo>
                <a:cubicBezTo>
                  <a:pt x="6593167" y="600920"/>
                  <a:pt x="6593167" y="611209"/>
                  <a:pt x="6593167" y="621498"/>
                </a:cubicBezTo>
                <a:cubicBezTo>
                  <a:pt x="6593167" y="626934"/>
                  <a:pt x="6593167" y="632175"/>
                  <a:pt x="6593167" y="637611"/>
                </a:cubicBezTo>
                <a:cubicBezTo>
                  <a:pt x="6593167" y="639747"/>
                  <a:pt x="6593556" y="641105"/>
                  <a:pt x="6595885" y="642270"/>
                </a:cubicBezTo>
                <a:cubicBezTo>
                  <a:pt x="6598991" y="644018"/>
                  <a:pt x="6599186" y="647124"/>
                  <a:pt x="6595885" y="648676"/>
                </a:cubicBezTo>
                <a:cubicBezTo>
                  <a:pt x="6593167" y="650036"/>
                  <a:pt x="6593167" y="651783"/>
                  <a:pt x="6593167" y="653918"/>
                </a:cubicBezTo>
                <a:cubicBezTo>
                  <a:pt x="6593167" y="676631"/>
                  <a:pt x="6593167" y="699150"/>
                  <a:pt x="6593167" y="721863"/>
                </a:cubicBezTo>
                <a:cubicBezTo>
                  <a:pt x="6593167" y="726522"/>
                  <a:pt x="6593362" y="726716"/>
                  <a:pt x="6598021" y="726716"/>
                </a:cubicBezTo>
                <a:cubicBezTo>
                  <a:pt x="6631412" y="726716"/>
                  <a:pt x="6664996" y="726716"/>
                  <a:pt x="6698387" y="726716"/>
                </a:cubicBezTo>
                <a:cubicBezTo>
                  <a:pt x="6703434" y="726716"/>
                  <a:pt x="6703434" y="726522"/>
                  <a:pt x="6703434" y="720892"/>
                </a:cubicBezTo>
                <a:cubicBezTo>
                  <a:pt x="6703434" y="682649"/>
                  <a:pt x="6703434" y="644600"/>
                  <a:pt x="6703434" y="606356"/>
                </a:cubicBezTo>
                <a:cubicBezTo>
                  <a:pt x="6703434" y="583836"/>
                  <a:pt x="6703434" y="561511"/>
                  <a:pt x="6703434" y="538992"/>
                </a:cubicBezTo>
                <a:cubicBezTo>
                  <a:pt x="6703434" y="536663"/>
                  <a:pt x="6702658" y="534139"/>
                  <a:pt x="6704405" y="532004"/>
                </a:cubicBezTo>
                <a:cubicBezTo>
                  <a:pt x="6704599" y="534721"/>
                  <a:pt x="6704599" y="537633"/>
                  <a:pt x="6704599" y="540351"/>
                </a:cubicBezTo>
                <a:cubicBezTo>
                  <a:pt x="6704599" y="599949"/>
                  <a:pt x="6704599" y="659548"/>
                  <a:pt x="6704599" y="719145"/>
                </a:cubicBezTo>
                <a:cubicBezTo>
                  <a:pt x="6704599" y="721863"/>
                  <a:pt x="6704405" y="724775"/>
                  <a:pt x="6704405" y="727493"/>
                </a:cubicBezTo>
                <a:cubicBezTo>
                  <a:pt x="6704599" y="727493"/>
                  <a:pt x="6704987" y="727493"/>
                  <a:pt x="6705181" y="727493"/>
                </a:cubicBezTo>
                <a:cubicBezTo>
                  <a:pt x="6705181" y="727493"/>
                  <a:pt x="6704987" y="727299"/>
                  <a:pt x="6704987" y="727299"/>
                </a:cubicBezTo>
                <a:cubicBezTo>
                  <a:pt x="6704987" y="663430"/>
                  <a:pt x="6704987" y="599367"/>
                  <a:pt x="6704987" y="535498"/>
                </a:cubicBezTo>
                <a:cubicBezTo>
                  <a:pt x="6704987" y="534333"/>
                  <a:pt x="6704793" y="533169"/>
                  <a:pt x="6705375" y="532004"/>
                </a:cubicBezTo>
                <a:cubicBezTo>
                  <a:pt x="6708482" y="504049"/>
                  <a:pt x="6734301" y="488518"/>
                  <a:pt x="6753132" y="490460"/>
                </a:cubicBezTo>
                <a:cubicBezTo>
                  <a:pt x="6777592" y="488907"/>
                  <a:pt x="6800111" y="511814"/>
                  <a:pt x="6799917" y="535304"/>
                </a:cubicBezTo>
                <a:cubicBezTo>
                  <a:pt x="6799723" y="583836"/>
                  <a:pt x="6799917" y="632564"/>
                  <a:pt x="6799917" y="681290"/>
                </a:cubicBezTo>
                <a:cubicBezTo>
                  <a:pt x="6799917" y="726522"/>
                  <a:pt x="6799917" y="771949"/>
                  <a:pt x="6799917" y="817181"/>
                </a:cubicBezTo>
                <a:cubicBezTo>
                  <a:pt x="6799917" y="819511"/>
                  <a:pt x="6798558" y="822423"/>
                  <a:pt x="6801858" y="823976"/>
                </a:cubicBezTo>
                <a:cubicBezTo>
                  <a:pt x="6804964" y="815046"/>
                  <a:pt x="6809429" y="806892"/>
                  <a:pt x="6814283" y="798933"/>
                </a:cubicBezTo>
                <a:cubicBezTo>
                  <a:pt x="6816612" y="795244"/>
                  <a:pt x="6817389" y="791750"/>
                  <a:pt x="6817389" y="787673"/>
                </a:cubicBezTo>
                <a:cubicBezTo>
                  <a:pt x="6817389" y="720698"/>
                  <a:pt x="6817389" y="653724"/>
                  <a:pt x="6817389" y="586749"/>
                </a:cubicBezTo>
                <a:cubicBezTo>
                  <a:pt x="6817389" y="570247"/>
                  <a:pt x="6817777" y="553746"/>
                  <a:pt x="6817389" y="537245"/>
                </a:cubicBezTo>
                <a:cubicBezTo>
                  <a:pt x="6816806" y="517055"/>
                  <a:pt x="6831366" y="495313"/>
                  <a:pt x="6856991" y="490460"/>
                </a:cubicBezTo>
                <a:cubicBezTo>
                  <a:pt x="6859709" y="489877"/>
                  <a:pt x="6862621" y="489877"/>
                  <a:pt x="6865339" y="490265"/>
                </a:cubicBezTo>
                <a:cubicBezTo>
                  <a:pt x="6890770" y="489101"/>
                  <a:pt x="6912125" y="512202"/>
                  <a:pt x="6912125" y="535110"/>
                </a:cubicBezTo>
                <a:cubicBezTo>
                  <a:pt x="6911930" y="594708"/>
                  <a:pt x="6912125" y="654306"/>
                  <a:pt x="6912125" y="713904"/>
                </a:cubicBezTo>
                <a:cubicBezTo>
                  <a:pt x="6912125" y="715845"/>
                  <a:pt x="6912125" y="717592"/>
                  <a:pt x="6912125" y="719339"/>
                </a:cubicBezTo>
                <a:cubicBezTo>
                  <a:pt x="6912125" y="721475"/>
                  <a:pt x="6913872" y="721669"/>
                  <a:pt x="6915425" y="721669"/>
                </a:cubicBezTo>
                <a:cubicBezTo>
                  <a:pt x="6936780" y="715068"/>
                  <a:pt x="6958910" y="713321"/>
                  <a:pt x="6980847" y="716039"/>
                </a:cubicBezTo>
                <a:cubicBezTo>
                  <a:pt x="7045687" y="724193"/>
                  <a:pt x="7092666" y="757971"/>
                  <a:pt x="7121398" y="816793"/>
                </a:cubicBezTo>
                <a:cubicBezTo>
                  <a:pt x="7125086" y="824558"/>
                  <a:pt x="7128386" y="832517"/>
                  <a:pt x="7130134" y="840865"/>
                </a:cubicBezTo>
                <a:cubicBezTo>
                  <a:pt x="7131298" y="841447"/>
                  <a:pt x="7132269" y="842030"/>
                  <a:pt x="7133434" y="842224"/>
                </a:cubicBezTo>
                <a:cubicBezTo>
                  <a:pt x="7140423" y="843777"/>
                  <a:pt x="7143140" y="846883"/>
                  <a:pt x="7143140" y="854066"/>
                </a:cubicBezTo>
                <a:lnTo>
                  <a:pt x="7143162" y="858635"/>
                </a:lnTo>
                <a:lnTo>
                  <a:pt x="7363499" y="801441"/>
                </a:lnTo>
                <a:cubicBezTo>
                  <a:pt x="7365074" y="800811"/>
                  <a:pt x="7366334" y="800181"/>
                  <a:pt x="7367909" y="799551"/>
                </a:cubicBezTo>
                <a:cubicBezTo>
                  <a:pt x="7367909" y="797346"/>
                  <a:pt x="7367909" y="795141"/>
                  <a:pt x="7367909" y="792936"/>
                </a:cubicBezTo>
                <a:cubicBezTo>
                  <a:pt x="7368224" y="788211"/>
                  <a:pt x="7367594" y="785061"/>
                  <a:pt x="7362239" y="782541"/>
                </a:cubicBezTo>
                <a:cubicBezTo>
                  <a:pt x="7355625" y="779392"/>
                  <a:pt x="7355625" y="775296"/>
                  <a:pt x="7360349" y="769312"/>
                </a:cubicBezTo>
                <a:cubicBezTo>
                  <a:pt x="7362239" y="767107"/>
                  <a:pt x="7364129" y="766792"/>
                  <a:pt x="7365389" y="769627"/>
                </a:cubicBezTo>
                <a:cubicBezTo>
                  <a:pt x="7366334" y="772462"/>
                  <a:pt x="7366649" y="772777"/>
                  <a:pt x="7368854" y="770257"/>
                </a:cubicBezTo>
                <a:cubicBezTo>
                  <a:pt x="7372319" y="766162"/>
                  <a:pt x="7372634" y="766477"/>
                  <a:pt x="7374839" y="772777"/>
                </a:cubicBezTo>
                <a:cubicBezTo>
                  <a:pt x="7377044" y="772462"/>
                  <a:pt x="7376729" y="769942"/>
                  <a:pt x="7378304" y="768682"/>
                </a:cubicBezTo>
                <a:cubicBezTo>
                  <a:pt x="7379564" y="768052"/>
                  <a:pt x="7381139" y="767107"/>
                  <a:pt x="7381769" y="768367"/>
                </a:cubicBezTo>
                <a:cubicBezTo>
                  <a:pt x="7383659" y="772462"/>
                  <a:pt x="7384289" y="771517"/>
                  <a:pt x="7387439" y="768682"/>
                </a:cubicBezTo>
                <a:cubicBezTo>
                  <a:pt x="7391534" y="764902"/>
                  <a:pt x="7391219" y="770257"/>
                  <a:pt x="7392164" y="772462"/>
                </a:cubicBezTo>
                <a:cubicBezTo>
                  <a:pt x="7395314" y="772147"/>
                  <a:pt x="7396259" y="763327"/>
                  <a:pt x="7401299" y="770257"/>
                </a:cubicBezTo>
                <a:cubicBezTo>
                  <a:pt x="7402244" y="771832"/>
                  <a:pt x="7402874" y="769627"/>
                  <a:pt x="7403819" y="768997"/>
                </a:cubicBezTo>
                <a:cubicBezTo>
                  <a:pt x="7408858" y="764587"/>
                  <a:pt x="7408544" y="769312"/>
                  <a:pt x="7409488" y="772462"/>
                </a:cubicBezTo>
                <a:cubicBezTo>
                  <a:pt x="7412008" y="771517"/>
                  <a:pt x="7412638" y="767737"/>
                  <a:pt x="7416103" y="767737"/>
                </a:cubicBezTo>
                <a:cubicBezTo>
                  <a:pt x="7416733" y="768367"/>
                  <a:pt x="7417678" y="768997"/>
                  <a:pt x="7417993" y="769627"/>
                </a:cubicBezTo>
                <a:cubicBezTo>
                  <a:pt x="7423978" y="780336"/>
                  <a:pt x="7422403" y="778762"/>
                  <a:pt x="7413268" y="784116"/>
                </a:cubicBezTo>
                <a:cubicBezTo>
                  <a:pt x="7410434" y="785691"/>
                  <a:pt x="7411694" y="786636"/>
                  <a:pt x="7413268" y="788211"/>
                </a:cubicBezTo>
                <a:cubicBezTo>
                  <a:pt x="7442563" y="780966"/>
                  <a:pt x="7471857" y="773406"/>
                  <a:pt x="7501152" y="765847"/>
                </a:cubicBezTo>
                <a:cubicBezTo>
                  <a:pt x="7550291" y="753247"/>
                  <a:pt x="7599745" y="740332"/>
                  <a:pt x="7648884" y="727417"/>
                </a:cubicBezTo>
                <a:cubicBezTo>
                  <a:pt x="7653609" y="726157"/>
                  <a:pt x="7657703" y="726157"/>
                  <a:pt x="7662113" y="727417"/>
                </a:cubicBezTo>
                <a:cubicBezTo>
                  <a:pt x="7670303" y="729307"/>
                  <a:pt x="7678493" y="732457"/>
                  <a:pt x="7687313" y="733402"/>
                </a:cubicBezTo>
                <a:cubicBezTo>
                  <a:pt x="7687313" y="667255"/>
                  <a:pt x="7687313" y="601421"/>
                  <a:pt x="7687313" y="535272"/>
                </a:cubicBezTo>
                <a:cubicBezTo>
                  <a:pt x="7687313" y="494323"/>
                  <a:pt x="7687313" y="453059"/>
                  <a:pt x="7687313" y="411795"/>
                </a:cubicBezTo>
                <a:cubicBezTo>
                  <a:pt x="7687313" y="402660"/>
                  <a:pt x="7687313" y="402660"/>
                  <a:pt x="7696133" y="402660"/>
                </a:cubicBezTo>
                <a:cubicBezTo>
                  <a:pt x="7700858" y="402660"/>
                  <a:pt x="7705898" y="402975"/>
                  <a:pt x="7710622" y="402975"/>
                </a:cubicBezTo>
                <a:cubicBezTo>
                  <a:pt x="7715977" y="402975"/>
                  <a:pt x="7721647" y="402660"/>
                  <a:pt x="7727002" y="402660"/>
                </a:cubicBezTo>
                <a:cubicBezTo>
                  <a:pt x="7730467" y="402660"/>
                  <a:pt x="7732042" y="404550"/>
                  <a:pt x="7732042" y="408015"/>
                </a:cubicBezTo>
                <a:cubicBezTo>
                  <a:pt x="7732042" y="409275"/>
                  <a:pt x="7732042" y="410535"/>
                  <a:pt x="7732042" y="411795"/>
                </a:cubicBezTo>
                <a:cubicBezTo>
                  <a:pt x="7732042" y="522673"/>
                  <a:pt x="7732042" y="633865"/>
                  <a:pt x="7732042" y="745057"/>
                </a:cubicBezTo>
                <a:cubicBezTo>
                  <a:pt x="7744012" y="749467"/>
                  <a:pt x="7756926" y="751987"/>
                  <a:pt x="7769211" y="755137"/>
                </a:cubicBezTo>
                <a:cubicBezTo>
                  <a:pt x="7773936" y="756397"/>
                  <a:pt x="7778346" y="760177"/>
                  <a:pt x="7783701" y="758602"/>
                </a:cubicBezTo>
                <a:cubicBezTo>
                  <a:pt x="7783701" y="644260"/>
                  <a:pt x="7783701" y="529917"/>
                  <a:pt x="7783701" y="415575"/>
                </a:cubicBezTo>
                <a:cubicBezTo>
                  <a:pt x="7783701" y="401085"/>
                  <a:pt x="7782126" y="402660"/>
                  <a:pt x="7796616" y="402660"/>
                </a:cubicBezTo>
                <a:cubicBezTo>
                  <a:pt x="7800396" y="402660"/>
                  <a:pt x="7803860" y="402975"/>
                  <a:pt x="7807325" y="402975"/>
                </a:cubicBezTo>
                <a:cubicBezTo>
                  <a:pt x="7812365" y="402975"/>
                  <a:pt x="7817720" y="402975"/>
                  <a:pt x="7822760" y="402660"/>
                </a:cubicBezTo>
                <a:cubicBezTo>
                  <a:pt x="7827485" y="402345"/>
                  <a:pt x="7829060" y="404550"/>
                  <a:pt x="7828745" y="408960"/>
                </a:cubicBezTo>
                <a:cubicBezTo>
                  <a:pt x="7828745" y="411795"/>
                  <a:pt x="7828745" y="414315"/>
                  <a:pt x="7828745" y="416835"/>
                </a:cubicBezTo>
                <a:cubicBezTo>
                  <a:pt x="7828745" y="534642"/>
                  <a:pt x="7828745" y="652765"/>
                  <a:pt x="7828745" y="770572"/>
                </a:cubicBezTo>
                <a:cubicBezTo>
                  <a:pt x="7841660" y="774036"/>
                  <a:pt x="7854260" y="777186"/>
                  <a:pt x="7867174" y="780652"/>
                </a:cubicBezTo>
                <a:cubicBezTo>
                  <a:pt x="7869064" y="780022"/>
                  <a:pt x="7870954" y="779706"/>
                  <a:pt x="7870954" y="777186"/>
                </a:cubicBezTo>
                <a:cubicBezTo>
                  <a:pt x="7870954" y="774036"/>
                  <a:pt x="7870954" y="771202"/>
                  <a:pt x="7870954" y="768367"/>
                </a:cubicBezTo>
                <a:cubicBezTo>
                  <a:pt x="7870954" y="696548"/>
                  <a:pt x="7870954" y="625046"/>
                  <a:pt x="7870954" y="553542"/>
                </a:cubicBezTo>
                <a:cubicBezTo>
                  <a:pt x="7870954" y="549762"/>
                  <a:pt x="7871269" y="545667"/>
                  <a:pt x="7871269" y="541887"/>
                </a:cubicBezTo>
                <a:cubicBezTo>
                  <a:pt x="7870954" y="534327"/>
                  <a:pt x="7870639" y="526452"/>
                  <a:pt x="7870639" y="518892"/>
                </a:cubicBezTo>
                <a:cubicBezTo>
                  <a:pt x="7870639" y="511018"/>
                  <a:pt x="7870954" y="511018"/>
                  <a:pt x="7878514" y="511018"/>
                </a:cubicBezTo>
                <a:cubicBezTo>
                  <a:pt x="7895524" y="511018"/>
                  <a:pt x="7912533" y="511018"/>
                  <a:pt x="7929543" y="511018"/>
                </a:cubicBezTo>
                <a:cubicBezTo>
                  <a:pt x="7942458" y="511018"/>
                  <a:pt x="7955058" y="511018"/>
                  <a:pt x="7967972" y="511018"/>
                </a:cubicBezTo>
                <a:cubicBezTo>
                  <a:pt x="7970807" y="511018"/>
                  <a:pt x="7974272" y="511963"/>
                  <a:pt x="7977107" y="509758"/>
                </a:cubicBezTo>
                <a:cubicBezTo>
                  <a:pt x="7976792" y="500308"/>
                  <a:pt x="7976792" y="490543"/>
                  <a:pt x="7976792" y="481093"/>
                </a:cubicBezTo>
                <a:cubicBezTo>
                  <a:pt x="7976792" y="479203"/>
                  <a:pt x="7976477" y="476683"/>
                  <a:pt x="7979627" y="476368"/>
                </a:cubicBezTo>
                <a:cubicBezTo>
                  <a:pt x="7983722" y="476054"/>
                  <a:pt x="7983407" y="478888"/>
                  <a:pt x="7983407" y="481409"/>
                </a:cubicBezTo>
                <a:cubicBezTo>
                  <a:pt x="7983722" y="491173"/>
                  <a:pt x="7983722" y="501253"/>
                  <a:pt x="7983722" y="511018"/>
                </a:cubicBezTo>
                <a:cubicBezTo>
                  <a:pt x="7986242" y="511018"/>
                  <a:pt x="7988447" y="511018"/>
                  <a:pt x="7990967" y="511018"/>
                </a:cubicBezTo>
                <a:cubicBezTo>
                  <a:pt x="7990967" y="502828"/>
                  <a:pt x="7991282" y="494323"/>
                  <a:pt x="7991282" y="486133"/>
                </a:cubicBezTo>
                <a:cubicBezTo>
                  <a:pt x="7991282" y="484243"/>
                  <a:pt x="7991282" y="482353"/>
                  <a:pt x="7991282" y="480463"/>
                </a:cubicBezTo>
                <a:cubicBezTo>
                  <a:pt x="7991282" y="477944"/>
                  <a:pt x="7992227" y="476054"/>
                  <a:pt x="7995062" y="476054"/>
                </a:cubicBezTo>
                <a:cubicBezTo>
                  <a:pt x="7998212" y="475739"/>
                  <a:pt x="7998842" y="477629"/>
                  <a:pt x="7998842" y="480149"/>
                </a:cubicBezTo>
                <a:cubicBezTo>
                  <a:pt x="7998842" y="488023"/>
                  <a:pt x="7998842" y="496213"/>
                  <a:pt x="7998842" y="504088"/>
                </a:cubicBezTo>
                <a:cubicBezTo>
                  <a:pt x="7998842" y="506293"/>
                  <a:pt x="7999157" y="508498"/>
                  <a:pt x="7999157" y="510703"/>
                </a:cubicBezTo>
                <a:cubicBezTo>
                  <a:pt x="8001676" y="510703"/>
                  <a:pt x="8003881" y="510703"/>
                  <a:pt x="8006401" y="510703"/>
                </a:cubicBezTo>
                <a:cubicBezTo>
                  <a:pt x="8006401" y="502513"/>
                  <a:pt x="8006716" y="494008"/>
                  <a:pt x="8006716" y="485818"/>
                </a:cubicBezTo>
                <a:cubicBezTo>
                  <a:pt x="8006716" y="483929"/>
                  <a:pt x="8006716" y="482039"/>
                  <a:pt x="8006716" y="480149"/>
                </a:cubicBezTo>
                <a:cubicBezTo>
                  <a:pt x="8006716" y="477313"/>
                  <a:pt x="8007661" y="475739"/>
                  <a:pt x="8010497" y="475739"/>
                </a:cubicBezTo>
                <a:cubicBezTo>
                  <a:pt x="8013646" y="475424"/>
                  <a:pt x="8014276" y="477313"/>
                  <a:pt x="8014276" y="479833"/>
                </a:cubicBezTo>
                <a:cubicBezTo>
                  <a:pt x="8014276" y="487709"/>
                  <a:pt x="8014276" y="495898"/>
                  <a:pt x="8014276" y="503773"/>
                </a:cubicBezTo>
                <a:cubicBezTo>
                  <a:pt x="8014276" y="505978"/>
                  <a:pt x="8014591" y="508183"/>
                  <a:pt x="8014591" y="510388"/>
                </a:cubicBezTo>
                <a:cubicBezTo>
                  <a:pt x="8044515" y="510388"/>
                  <a:pt x="8074755" y="510388"/>
                  <a:pt x="8104995" y="510388"/>
                </a:cubicBezTo>
                <a:cubicBezTo>
                  <a:pt x="8104679" y="504718"/>
                  <a:pt x="8107514" y="503143"/>
                  <a:pt x="8113184" y="503143"/>
                </a:cubicBezTo>
                <a:cubicBezTo>
                  <a:pt x="8138384" y="503458"/>
                  <a:pt x="8163898" y="503773"/>
                  <a:pt x="8189098" y="503143"/>
                </a:cubicBezTo>
                <a:cubicBezTo>
                  <a:pt x="8195398" y="502828"/>
                  <a:pt x="8198548" y="505033"/>
                  <a:pt x="8199807" y="510703"/>
                </a:cubicBezTo>
                <a:cubicBezTo>
                  <a:pt x="8213982" y="510703"/>
                  <a:pt x="8213982" y="510703"/>
                  <a:pt x="8213037" y="525192"/>
                </a:cubicBezTo>
                <a:cubicBezTo>
                  <a:pt x="8213037" y="530862"/>
                  <a:pt x="8213037" y="536532"/>
                  <a:pt x="8212722" y="542202"/>
                </a:cubicBezTo>
                <a:cubicBezTo>
                  <a:pt x="8212722" y="545982"/>
                  <a:pt x="8213037" y="549447"/>
                  <a:pt x="8213037" y="552912"/>
                </a:cubicBezTo>
                <a:lnTo>
                  <a:pt x="8213037" y="899839"/>
                </a:lnTo>
                <a:lnTo>
                  <a:pt x="8222585" y="899839"/>
                </a:lnTo>
                <a:lnTo>
                  <a:pt x="8222588" y="899188"/>
                </a:lnTo>
                <a:lnTo>
                  <a:pt x="8361723" y="819757"/>
                </a:lnTo>
                <a:lnTo>
                  <a:pt x="8400660" y="891401"/>
                </a:lnTo>
                <a:lnTo>
                  <a:pt x="8528374" y="819237"/>
                </a:lnTo>
                <a:lnTo>
                  <a:pt x="8564716" y="886728"/>
                </a:lnTo>
                <a:cubicBezTo>
                  <a:pt x="8564716" y="832735"/>
                  <a:pt x="8565754" y="778742"/>
                  <a:pt x="8566273" y="724750"/>
                </a:cubicBezTo>
                <a:cubicBezTo>
                  <a:pt x="8566273" y="702426"/>
                  <a:pt x="8567831" y="700868"/>
                  <a:pt x="8590674" y="700868"/>
                </a:cubicBezTo>
                <a:cubicBezTo>
                  <a:pt x="8620266" y="700868"/>
                  <a:pt x="8617151" y="704503"/>
                  <a:pt x="8617151" y="674910"/>
                </a:cubicBezTo>
                <a:cubicBezTo>
                  <a:pt x="8617151" y="658297"/>
                  <a:pt x="8617151" y="641165"/>
                  <a:pt x="8617151" y="624552"/>
                </a:cubicBezTo>
                <a:cubicBezTo>
                  <a:pt x="8617670" y="600671"/>
                  <a:pt x="8628053" y="582500"/>
                  <a:pt x="8649858" y="572636"/>
                </a:cubicBezTo>
                <a:cubicBezTo>
                  <a:pt x="8659722" y="568483"/>
                  <a:pt x="8663356" y="562771"/>
                  <a:pt x="8662318" y="552388"/>
                </a:cubicBezTo>
                <a:cubicBezTo>
                  <a:pt x="8661280" y="543043"/>
                  <a:pt x="8661799" y="533698"/>
                  <a:pt x="8661799" y="524353"/>
                </a:cubicBezTo>
                <a:cubicBezTo>
                  <a:pt x="8661280" y="514490"/>
                  <a:pt x="8665952" y="509298"/>
                  <a:pt x="8675816" y="509298"/>
                </a:cubicBezTo>
                <a:cubicBezTo>
                  <a:pt x="8715273" y="509298"/>
                  <a:pt x="8754729" y="509298"/>
                  <a:pt x="8794185" y="509298"/>
                </a:cubicBezTo>
                <a:cubicBezTo>
                  <a:pt x="8806645" y="509298"/>
                  <a:pt x="8810279" y="516566"/>
                  <a:pt x="8810279" y="527469"/>
                </a:cubicBezTo>
                <a:cubicBezTo>
                  <a:pt x="8809760" y="563810"/>
                  <a:pt x="8809760" y="600151"/>
                  <a:pt x="8810279" y="636493"/>
                </a:cubicBezTo>
                <a:cubicBezTo>
                  <a:pt x="8810279" y="649991"/>
                  <a:pt x="8811317" y="664008"/>
                  <a:pt x="8811837" y="677506"/>
                </a:cubicBezTo>
                <a:cubicBezTo>
                  <a:pt x="8811837" y="681659"/>
                  <a:pt x="8811837" y="686851"/>
                  <a:pt x="8817547" y="686332"/>
                </a:cubicBezTo>
                <a:cubicBezTo>
                  <a:pt x="8822739" y="685813"/>
                  <a:pt x="8822220" y="681659"/>
                  <a:pt x="8822220" y="678025"/>
                </a:cubicBezTo>
                <a:cubicBezTo>
                  <a:pt x="8822220" y="669200"/>
                  <a:pt x="8822739" y="660893"/>
                  <a:pt x="8822220" y="652587"/>
                </a:cubicBezTo>
                <a:cubicBezTo>
                  <a:pt x="8821701" y="641684"/>
                  <a:pt x="8826373" y="635454"/>
                  <a:pt x="8837795" y="637012"/>
                </a:cubicBezTo>
                <a:cubicBezTo>
                  <a:pt x="8849216" y="638569"/>
                  <a:pt x="8854408" y="634935"/>
                  <a:pt x="8854408" y="621956"/>
                </a:cubicBezTo>
                <a:cubicBezTo>
                  <a:pt x="8854408" y="603786"/>
                  <a:pt x="8863234" y="589249"/>
                  <a:pt x="8877770" y="577828"/>
                </a:cubicBezTo>
                <a:cubicBezTo>
                  <a:pt x="8884000" y="572636"/>
                  <a:pt x="8891268" y="569521"/>
                  <a:pt x="8895941" y="561214"/>
                </a:cubicBezTo>
                <a:cubicBezTo>
                  <a:pt x="8900613" y="552908"/>
                  <a:pt x="8927610" y="556023"/>
                  <a:pt x="8932282" y="564848"/>
                </a:cubicBezTo>
                <a:cubicBezTo>
                  <a:pt x="8934359" y="568483"/>
                  <a:pt x="8936955" y="570559"/>
                  <a:pt x="8940589" y="572636"/>
                </a:cubicBezTo>
                <a:cubicBezTo>
                  <a:pt x="8962394" y="585096"/>
                  <a:pt x="8972258" y="604305"/>
                  <a:pt x="8972258" y="628706"/>
                </a:cubicBezTo>
                <a:cubicBezTo>
                  <a:pt x="8972258" y="659855"/>
                  <a:pt x="8972258" y="691523"/>
                  <a:pt x="8972258" y="722673"/>
                </a:cubicBezTo>
                <a:lnTo>
                  <a:pt x="9035595" y="719558"/>
                </a:lnTo>
                <a:lnTo>
                  <a:pt x="9068822" y="146923"/>
                </a:lnTo>
                <a:lnTo>
                  <a:pt x="9146177" y="146923"/>
                </a:lnTo>
                <a:lnTo>
                  <a:pt x="9180961" y="716962"/>
                </a:lnTo>
                <a:lnTo>
                  <a:pt x="9225090" y="715405"/>
                </a:lnTo>
                <a:close/>
              </a:path>
            </a:pathLst>
          </a:custGeom>
          <a:solidFill>
            <a:schemeClr val="bg1">
              <a:alpha val="1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nvGrpSpPr>
          <p:cNvPr id="3" name="Group 2">
            <a:extLst>
              <a:ext uri="{FF2B5EF4-FFF2-40B4-BE49-F238E27FC236}">
                <a16:creationId xmlns:a16="http://schemas.microsoft.com/office/drawing/2014/main" id="{D3D5F95E-A64B-4CF3-896F-F3B321903429}"/>
              </a:ext>
            </a:extLst>
          </p:cNvPr>
          <p:cNvGrpSpPr/>
          <p:nvPr userDrawn="1"/>
        </p:nvGrpSpPr>
        <p:grpSpPr>
          <a:xfrm>
            <a:off x="218787" y="2622975"/>
            <a:ext cx="11517590" cy="3946317"/>
            <a:chOff x="218787" y="2622975"/>
            <a:chExt cx="11517590" cy="3946317"/>
          </a:xfrm>
          <a:solidFill>
            <a:schemeClr val="bg1">
              <a:alpha val="5000"/>
            </a:schemeClr>
          </a:solidFill>
        </p:grpSpPr>
        <p:grpSp>
          <p:nvGrpSpPr>
            <p:cNvPr id="4" name="Group 3">
              <a:extLst>
                <a:ext uri="{FF2B5EF4-FFF2-40B4-BE49-F238E27FC236}">
                  <a16:creationId xmlns:a16="http://schemas.microsoft.com/office/drawing/2014/main" id="{AC598B69-F9FE-4154-B147-8335AB2E2E58}"/>
                </a:ext>
              </a:extLst>
            </p:cNvPr>
            <p:cNvGrpSpPr/>
            <p:nvPr/>
          </p:nvGrpSpPr>
          <p:grpSpPr>
            <a:xfrm rot="12366785">
              <a:off x="10129411" y="5122363"/>
              <a:ext cx="1606966" cy="1446929"/>
              <a:chOff x="6486650" y="2648852"/>
              <a:chExt cx="2745260" cy="2471860"/>
            </a:xfrm>
            <a:grpFill/>
          </p:grpSpPr>
          <p:sp>
            <p:nvSpPr>
              <p:cNvPr id="39" name="Freeform: Shape 38">
                <a:extLst>
                  <a:ext uri="{FF2B5EF4-FFF2-40B4-BE49-F238E27FC236}">
                    <a16:creationId xmlns:a16="http://schemas.microsoft.com/office/drawing/2014/main" id="{B2891B34-6F88-4D11-AD5C-410F7771AEA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40" name="Group 39">
                <a:extLst>
                  <a:ext uri="{FF2B5EF4-FFF2-40B4-BE49-F238E27FC236}">
                    <a16:creationId xmlns:a16="http://schemas.microsoft.com/office/drawing/2014/main" id="{31D81169-CACA-4F00-B325-E9872F60ED27}"/>
                  </a:ext>
                </a:extLst>
              </p:cNvPr>
              <p:cNvGrpSpPr/>
              <p:nvPr/>
            </p:nvGrpSpPr>
            <p:grpSpPr>
              <a:xfrm>
                <a:off x="7392963" y="2648852"/>
                <a:ext cx="1838947" cy="1835405"/>
                <a:chOff x="7167947" y="1624190"/>
                <a:chExt cx="2677922" cy="2672763"/>
              </a:xfrm>
              <a:grpFill/>
            </p:grpSpPr>
            <p:sp>
              <p:nvSpPr>
                <p:cNvPr id="41" name="Freeform: Shape 40">
                  <a:extLst>
                    <a:ext uri="{FF2B5EF4-FFF2-40B4-BE49-F238E27FC236}">
                      <a16:creationId xmlns:a16="http://schemas.microsoft.com/office/drawing/2014/main" id="{F939FB8C-F4E6-45BF-BE92-A0D7E337E986}"/>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7D2F5C8-112A-47AC-8EBA-CA3BCCFFD653}"/>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5" name="Freeform: Shape 4">
              <a:extLst>
                <a:ext uri="{FF2B5EF4-FFF2-40B4-BE49-F238E27FC236}">
                  <a16:creationId xmlns:a16="http://schemas.microsoft.com/office/drawing/2014/main" id="{B07F2CD7-68E5-49F5-BBED-77DA2BFBE7AD}"/>
                </a:ext>
              </a:extLst>
            </p:cNvPr>
            <p:cNvSpPr/>
            <p:nvPr/>
          </p:nvSpPr>
          <p:spPr>
            <a:xfrm>
              <a:off x="10132589" y="4237994"/>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grpFill/>
            <a:ln w="5155" cap="flat">
              <a:noFill/>
              <a:prstDash val="solid"/>
              <a:miter/>
            </a:ln>
          </p:spPr>
          <p:txBody>
            <a:bodyPr rtlCol="0" anchor="ctr"/>
            <a:lstStyle/>
            <a:p>
              <a:endParaRPr lang="en-US"/>
            </a:p>
          </p:txBody>
        </p:sp>
        <p:grpSp>
          <p:nvGrpSpPr>
            <p:cNvPr id="6" name="Group 5">
              <a:extLst>
                <a:ext uri="{FF2B5EF4-FFF2-40B4-BE49-F238E27FC236}">
                  <a16:creationId xmlns:a16="http://schemas.microsoft.com/office/drawing/2014/main" id="{FCD81010-EBF6-414C-927A-9FFCBAFAE158}"/>
                </a:ext>
              </a:extLst>
            </p:cNvPr>
            <p:cNvGrpSpPr/>
            <p:nvPr/>
          </p:nvGrpSpPr>
          <p:grpSpPr>
            <a:xfrm rot="2159485">
              <a:off x="10055501" y="2964359"/>
              <a:ext cx="1639387" cy="985059"/>
              <a:chOff x="2753518" y="3556278"/>
              <a:chExt cx="2028524" cy="1218879"/>
            </a:xfrm>
            <a:grpFill/>
          </p:grpSpPr>
          <p:sp>
            <p:nvSpPr>
              <p:cNvPr id="35" name="Freeform: Shape 34">
                <a:extLst>
                  <a:ext uri="{FF2B5EF4-FFF2-40B4-BE49-F238E27FC236}">
                    <a16:creationId xmlns:a16="http://schemas.microsoft.com/office/drawing/2014/main" id="{C935FFD8-C758-4E69-865F-0D3F0FF08A12}"/>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6" name="Group 35">
                <a:extLst>
                  <a:ext uri="{FF2B5EF4-FFF2-40B4-BE49-F238E27FC236}">
                    <a16:creationId xmlns:a16="http://schemas.microsoft.com/office/drawing/2014/main" id="{5B2E929D-2A5A-4E4D-8AFF-089163D7F028}"/>
                  </a:ext>
                </a:extLst>
              </p:cNvPr>
              <p:cNvGrpSpPr/>
              <p:nvPr/>
            </p:nvGrpSpPr>
            <p:grpSpPr>
              <a:xfrm>
                <a:off x="3563163" y="3556278"/>
                <a:ext cx="1218879" cy="1218879"/>
                <a:chOff x="3264582" y="1870309"/>
                <a:chExt cx="1774962" cy="1774962"/>
              </a:xfrm>
              <a:grpFill/>
            </p:grpSpPr>
            <p:sp>
              <p:nvSpPr>
                <p:cNvPr id="37" name="Freeform: Shape 36">
                  <a:extLst>
                    <a:ext uri="{FF2B5EF4-FFF2-40B4-BE49-F238E27FC236}">
                      <a16:creationId xmlns:a16="http://schemas.microsoft.com/office/drawing/2014/main" id="{8A8A0495-30E8-45A0-B48A-6EFDF9C8B696}"/>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6DEB52C-C941-4797-8322-11F1C0AD0C40}"/>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7" name="Freeform: Shape 6">
              <a:extLst>
                <a:ext uri="{FF2B5EF4-FFF2-40B4-BE49-F238E27FC236}">
                  <a16:creationId xmlns:a16="http://schemas.microsoft.com/office/drawing/2014/main" id="{B25B6E65-0935-40EC-806D-53C1E043E564}"/>
                </a:ext>
              </a:extLst>
            </p:cNvPr>
            <p:cNvSpPr/>
            <p:nvPr/>
          </p:nvSpPr>
          <p:spPr>
            <a:xfrm>
              <a:off x="5436819" y="3673417"/>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77478775-9720-4065-9D9F-0A2FCB97F2F0}"/>
                </a:ext>
              </a:extLst>
            </p:cNvPr>
            <p:cNvSpPr/>
            <p:nvPr/>
          </p:nvSpPr>
          <p:spPr>
            <a:xfrm>
              <a:off x="4032637" y="2622975"/>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grpFill/>
            <a:ln w="515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9466B1FD-A1C4-48E5-82F9-88F257D12E08}"/>
                </a:ext>
              </a:extLst>
            </p:cNvPr>
            <p:cNvSpPr/>
            <p:nvPr/>
          </p:nvSpPr>
          <p:spPr>
            <a:xfrm>
              <a:off x="4673077" y="4204265"/>
              <a:ext cx="853923" cy="853924"/>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grpFill/>
            <a:ln w="5155" cap="flat">
              <a:noFill/>
              <a:prstDash val="solid"/>
              <a:miter/>
            </a:ln>
          </p:spPr>
          <p:txBody>
            <a:bodyPr rtlCol="0" anchor="ctr"/>
            <a:lstStyle/>
            <a:p>
              <a:endParaRPr lang="en-US"/>
            </a:p>
          </p:txBody>
        </p:sp>
        <p:grpSp>
          <p:nvGrpSpPr>
            <p:cNvPr id="10" name="Group 9">
              <a:extLst>
                <a:ext uri="{FF2B5EF4-FFF2-40B4-BE49-F238E27FC236}">
                  <a16:creationId xmlns:a16="http://schemas.microsoft.com/office/drawing/2014/main" id="{84777225-2D61-4C66-B198-7D070CA8492F}"/>
                </a:ext>
              </a:extLst>
            </p:cNvPr>
            <p:cNvGrpSpPr/>
            <p:nvPr/>
          </p:nvGrpSpPr>
          <p:grpSpPr>
            <a:xfrm rot="2246763">
              <a:off x="932314" y="2900862"/>
              <a:ext cx="3054679" cy="1218879"/>
              <a:chOff x="1727363" y="3556278"/>
              <a:chExt cx="3054679" cy="1218879"/>
            </a:xfrm>
            <a:grpFill/>
          </p:grpSpPr>
          <p:sp>
            <p:nvSpPr>
              <p:cNvPr id="30" name="Freeform: Shape 29">
                <a:extLst>
                  <a:ext uri="{FF2B5EF4-FFF2-40B4-BE49-F238E27FC236}">
                    <a16:creationId xmlns:a16="http://schemas.microsoft.com/office/drawing/2014/main" id="{83E67246-C28F-4691-8DF2-21886E878D44}"/>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1" name="Group 30">
                <a:extLst>
                  <a:ext uri="{FF2B5EF4-FFF2-40B4-BE49-F238E27FC236}">
                    <a16:creationId xmlns:a16="http://schemas.microsoft.com/office/drawing/2014/main" id="{25925A4A-CBF1-48EF-AB30-CEBB54EC947A}"/>
                  </a:ext>
                </a:extLst>
              </p:cNvPr>
              <p:cNvGrpSpPr/>
              <p:nvPr/>
            </p:nvGrpSpPr>
            <p:grpSpPr>
              <a:xfrm>
                <a:off x="3563163" y="3556278"/>
                <a:ext cx="1218879" cy="1218879"/>
                <a:chOff x="3264582" y="1870309"/>
                <a:chExt cx="1774962" cy="1774962"/>
              </a:xfrm>
              <a:grpFill/>
            </p:grpSpPr>
            <p:sp>
              <p:nvSpPr>
                <p:cNvPr id="33" name="Freeform: Shape 32">
                  <a:extLst>
                    <a:ext uri="{FF2B5EF4-FFF2-40B4-BE49-F238E27FC236}">
                      <a16:creationId xmlns:a16="http://schemas.microsoft.com/office/drawing/2014/main" id="{59AB121F-74A9-4A6A-B896-45331194465F}"/>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C131B02-5DBE-4634-A680-3DE71C853BD5}"/>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32" name="Freeform: Shape 31">
                <a:extLst>
                  <a:ext uri="{FF2B5EF4-FFF2-40B4-BE49-F238E27FC236}">
                    <a16:creationId xmlns:a16="http://schemas.microsoft.com/office/drawing/2014/main" id="{0D8BF0D2-0FDC-4959-85DD-F748038440E1}"/>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1" name="Group 10">
              <a:extLst>
                <a:ext uri="{FF2B5EF4-FFF2-40B4-BE49-F238E27FC236}">
                  <a16:creationId xmlns:a16="http://schemas.microsoft.com/office/drawing/2014/main" id="{3C9083CC-CC13-4BCC-8521-7079F8EBE42B}"/>
                </a:ext>
              </a:extLst>
            </p:cNvPr>
            <p:cNvGrpSpPr/>
            <p:nvPr/>
          </p:nvGrpSpPr>
          <p:grpSpPr>
            <a:xfrm>
              <a:off x="6486650" y="2648852"/>
              <a:ext cx="2745260" cy="2471860"/>
              <a:chOff x="6486650" y="2648852"/>
              <a:chExt cx="2745260" cy="2471860"/>
            </a:xfrm>
            <a:grpFill/>
          </p:grpSpPr>
          <p:sp>
            <p:nvSpPr>
              <p:cNvPr id="26" name="Freeform: Shape 25">
                <a:extLst>
                  <a:ext uri="{FF2B5EF4-FFF2-40B4-BE49-F238E27FC236}">
                    <a16:creationId xmlns:a16="http://schemas.microsoft.com/office/drawing/2014/main" id="{7CC45CD8-C56F-467E-BEF3-DF307BE9C4B4}"/>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27" name="Group 26">
                <a:extLst>
                  <a:ext uri="{FF2B5EF4-FFF2-40B4-BE49-F238E27FC236}">
                    <a16:creationId xmlns:a16="http://schemas.microsoft.com/office/drawing/2014/main" id="{A74DC46F-EE01-49F6-894A-71B37D0AC15C}"/>
                  </a:ext>
                </a:extLst>
              </p:cNvPr>
              <p:cNvGrpSpPr/>
              <p:nvPr/>
            </p:nvGrpSpPr>
            <p:grpSpPr>
              <a:xfrm>
                <a:off x="7392963" y="2648852"/>
                <a:ext cx="1838947" cy="1835405"/>
                <a:chOff x="7167947" y="1624190"/>
                <a:chExt cx="2677922" cy="2672763"/>
              </a:xfrm>
              <a:grpFill/>
            </p:grpSpPr>
            <p:sp>
              <p:nvSpPr>
                <p:cNvPr id="28" name="Freeform: Shape 27">
                  <a:extLst>
                    <a:ext uri="{FF2B5EF4-FFF2-40B4-BE49-F238E27FC236}">
                      <a16:creationId xmlns:a16="http://schemas.microsoft.com/office/drawing/2014/main" id="{1AB69D80-C161-41AB-A5DD-3B118793A012}"/>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18FFC3D-130E-4587-9FAD-F134E15CA98A}"/>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12" name="Group 11">
              <a:extLst>
                <a:ext uri="{FF2B5EF4-FFF2-40B4-BE49-F238E27FC236}">
                  <a16:creationId xmlns:a16="http://schemas.microsoft.com/office/drawing/2014/main" id="{4AE715F5-3FF5-4CC0-99F7-2396CA9783A9}"/>
                </a:ext>
              </a:extLst>
            </p:cNvPr>
            <p:cNvGrpSpPr/>
            <p:nvPr/>
          </p:nvGrpSpPr>
          <p:grpSpPr>
            <a:xfrm rot="18655185">
              <a:off x="7923365" y="4809769"/>
              <a:ext cx="1639387" cy="985059"/>
              <a:chOff x="2753518" y="3556278"/>
              <a:chExt cx="2028524" cy="1218879"/>
            </a:xfrm>
            <a:grpFill/>
          </p:grpSpPr>
          <p:sp>
            <p:nvSpPr>
              <p:cNvPr id="22" name="Freeform: Shape 21">
                <a:extLst>
                  <a:ext uri="{FF2B5EF4-FFF2-40B4-BE49-F238E27FC236}">
                    <a16:creationId xmlns:a16="http://schemas.microsoft.com/office/drawing/2014/main" id="{D307BAC0-5062-49C4-A10C-F15443D0B43E}"/>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23" name="Group 22">
                <a:extLst>
                  <a:ext uri="{FF2B5EF4-FFF2-40B4-BE49-F238E27FC236}">
                    <a16:creationId xmlns:a16="http://schemas.microsoft.com/office/drawing/2014/main" id="{1CF69320-9037-483C-B337-9C3798F9516C}"/>
                  </a:ext>
                </a:extLst>
              </p:cNvPr>
              <p:cNvGrpSpPr/>
              <p:nvPr/>
            </p:nvGrpSpPr>
            <p:grpSpPr>
              <a:xfrm>
                <a:off x="3563163" y="3556278"/>
                <a:ext cx="1218879" cy="1218879"/>
                <a:chOff x="3264582" y="1870309"/>
                <a:chExt cx="1774962" cy="1774962"/>
              </a:xfrm>
              <a:grpFill/>
            </p:grpSpPr>
            <p:sp>
              <p:nvSpPr>
                <p:cNvPr id="24" name="Freeform: Shape 23">
                  <a:extLst>
                    <a:ext uri="{FF2B5EF4-FFF2-40B4-BE49-F238E27FC236}">
                      <a16:creationId xmlns:a16="http://schemas.microsoft.com/office/drawing/2014/main" id="{E8FAEED8-8E0A-4D16-BC31-1DD02EB1FE84}"/>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BEF1D94-1333-4CA0-B29B-49A00AFB5E03}"/>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grpSp>
          <p:nvGrpSpPr>
            <p:cNvPr id="13" name="Group 12">
              <a:extLst>
                <a:ext uri="{FF2B5EF4-FFF2-40B4-BE49-F238E27FC236}">
                  <a16:creationId xmlns:a16="http://schemas.microsoft.com/office/drawing/2014/main" id="{A6943520-8E50-4DAD-A59E-7A5A1DEE2133}"/>
                </a:ext>
              </a:extLst>
            </p:cNvPr>
            <p:cNvGrpSpPr/>
            <p:nvPr/>
          </p:nvGrpSpPr>
          <p:grpSpPr>
            <a:xfrm>
              <a:off x="218787" y="4076953"/>
              <a:ext cx="2745260" cy="2471860"/>
              <a:chOff x="6486650" y="2648852"/>
              <a:chExt cx="2745260" cy="2471860"/>
            </a:xfrm>
            <a:grpFill/>
          </p:grpSpPr>
          <p:sp>
            <p:nvSpPr>
              <p:cNvPr id="18" name="Freeform: Shape 17">
                <a:extLst>
                  <a:ext uri="{FF2B5EF4-FFF2-40B4-BE49-F238E27FC236}">
                    <a16:creationId xmlns:a16="http://schemas.microsoft.com/office/drawing/2014/main" id="{CA826ACA-0EB1-4F7B-86EA-A2622410F84A}"/>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9" name="Group 18">
                <a:extLst>
                  <a:ext uri="{FF2B5EF4-FFF2-40B4-BE49-F238E27FC236}">
                    <a16:creationId xmlns:a16="http://schemas.microsoft.com/office/drawing/2014/main" id="{C1613B70-341B-437A-A0D4-569BDB3F76E5}"/>
                  </a:ext>
                </a:extLst>
              </p:cNvPr>
              <p:cNvGrpSpPr/>
              <p:nvPr/>
            </p:nvGrpSpPr>
            <p:grpSpPr>
              <a:xfrm>
                <a:off x="7392963" y="2648852"/>
                <a:ext cx="1838947" cy="1835405"/>
                <a:chOff x="7167947" y="1624190"/>
                <a:chExt cx="2677922" cy="2672763"/>
              </a:xfrm>
              <a:grpFill/>
            </p:grpSpPr>
            <p:sp>
              <p:nvSpPr>
                <p:cNvPr id="20" name="Freeform: Shape 19">
                  <a:extLst>
                    <a:ext uri="{FF2B5EF4-FFF2-40B4-BE49-F238E27FC236}">
                      <a16:creationId xmlns:a16="http://schemas.microsoft.com/office/drawing/2014/main" id="{A96EF5B8-28BF-47BD-A097-7ADED01EDC98}"/>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9D3A2AA-E3A6-42DB-936E-D30F8E2F943A}"/>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4" name="Freeform: Shape 13">
              <a:extLst>
                <a:ext uri="{FF2B5EF4-FFF2-40B4-BE49-F238E27FC236}">
                  <a16:creationId xmlns:a16="http://schemas.microsoft.com/office/drawing/2014/main" id="{07C996FD-CF0A-4F68-895E-6062455A1573}"/>
                </a:ext>
              </a:extLst>
            </p:cNvPr>
            <p:cNvSpPr/>
            <p:nvPr/>
          </p:nvSpPr>
          <p:spPr>
            <a:xfrm>
              <a:off x="4309443" y="5224203"/>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6A48627-8991-4822-BA51-E0B5CA3A4F9C}"/>
                </a:ext>
              </a:extLst>
            </p:cNvPr>
            <p:cNvSpPr/>
            <p:nvPr/>
          </p:nvSpPr>
          <p:spPr>
            <a:xfrm>
              <a:off x="3167084" y="4595897"/>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grp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5F068BD-5041-4E65-88AE-B9DC621AE8FB}"/>
                </a:ext>
              </a:extLst>
            </p:cNvPr>
            <p:cNvSpPr/>
            <p:nvPr/>
          </p:nvSpPr>
          <p:spPr>
            <a:xfrm rot="2246763">
              <a:off x="322349" y="3332008"/>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BF296DB-D0C8-471D-91FE-F4B26B99C108}"/>
                </a:ext>
              </a:extLst>
            </p:cNvPr>
            <p:cNvSpPr/>
            <p:nvPr/>
          </p:nvSpPr>
          <p:spPr>
            <a:xfrm>
              <a:off x="6408280" y="6041992"/>
              <a:ext cx="494433" cy="491686"/>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grpFill/>
            <a:ln w="5155" cap="flat">
              <a:noFill/>
              <a:prstDash val="solid"/>
              <a:miter/>
            </a:ln>
          </p:spPr>
          <p:txBody>
            <a:bodyPr rtlCol="0" anchor="ctr"/>
            <a:lstStyle/>
            <a:p>
              <a:endParaRPr lang="en-US"/>
            </a:p>
          </p:txBody>
        </p:sp>
      </p:grpSp>
    </p:spTree>
    <p:extLst>
      <p:ext uri="{BB962C8B-B14F-4D97-AF65-F5344CB8AC3E}">
        <p14:creationId xmlns:p14="http://schemas.microsoft.com/office/powerpoint/2010/main" val="3024828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slide layout">
    <p:bg>
      <p:bgPr>
        <a:solidFill>
          <a:schemeClr val="accent6"/>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0811BDD-858E-4663-871A-2B293641141B}"/>
              </a:ext>
            </a:extLst>
          </p:cNvPr>
          <p:cNvGrpSpPr/>
          <p:nvPr/>
        </p:nvGrpSpPr>
        <p:grpSpPr>
          <a:xfrm rot="12366785">
            <a:off x="10129411" y="5122363"/>
            <a:ext cx="1606966" cy="1446929"/>
            <a:chOff x="6486650" y="2648852"/>
            <a:chExt cx="2745260" cy="2471860"/>
          </a:xfrm>
          <a:solidFill>
            <a:schemeClr val="bg1">
              <a:alpha val="5000"/>
            </a:schemeClr>
          </a:solidFill>
        </p:grpSpPr>
        <p:sp>
          <p:nvSpPr>
            <p:cNvPr id="38" name="Freeform: Shape 37">
              <a:extLst>
                <a:ext uri="{FF2B5EF4-FFF2-40B4-BE49-F238E27FC236}">
                  <a16:creationId xmlns:a16="http://schemas.microsoft.com/office/drawing/2014/main" id="{5228A7DD-C11F-4B4E-AF2C-CE54F2008B9B}"/>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39" name="Group 38">
              <a:extLst>
                <a:ext uri="{FF2B5EF4-FFF2-40B4-BE49-F238E27FC236}">
                  <a16:creationId xmlns:a16="http://schemas.microsoft.com/office/drawing/2014/main" id="{4EBFD568-8E6E-401C-AE55-F36A046BAF38}"/>
                </a:ext>
              </a:extLst>
            </p:cNvPr>
            <p:cNvGrpSpPr/>
            <p:nvPr/>
          </p:nvGrpSpPr>
          <p:grpSpPr>
            <a:xfrm>
              <a:off x="7392963" y="2648852"/>
              <a:ext cx="1838947" cy="1835405"/>
              <a:chOff x="7167947" y="1624190"/>
              <a:chExt cx="2677922" cy="2672763"/>
            </a:xfrm>
            <a:grpFill/>
          </p:grpSpPr>
          <p:sp>
            <p:nvSpPr>
              <p:cNvPr id="40" name="Freeform: Shape 39">
                <a:extLst>
                  <a:ext uri="{FF2B5EF4-FFF2-40B4-BE49-F238E27FC236}">
                    <a16:creationId xmlns:a16="http://schemas.microsoft.com/office/drawing/2014/main" id="{9F4DA946-3FFE-44A8-9614-341AEDEEE4EB}"/>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E9B41061-E576-4CF5-9B7C-FC1E177299A2}"/>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4" name="Freeform: Shape 3">
            <a:extLst>
              <a:ext uri="{FF2B5EF4-FFF2-40B4-BE49-F238E27FC236}">
                <a16:creationId xmlns:a16="http://schemas.microsoft.com/office/drawing/2014/main" id="{4C2D19A9-E706-4355-967B-37AED5F69B20}"/>
              </a:ext>
            </a:extLst>
          </p:cNvPr>
          <p:cNvSpPr/>
          <p:nvPr/>
        </p:nvSpPr>
        <p:spPr>
          <a:xfrm>
            <a:off x="10132589" y="4237994"/>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5" name="Group 4">
            <a:extLst>
              <a:ext uri="{FF2B5EF4-FFF2-40B4-BE49-F238E27FC236}">
                <a16:creationId xmlns:a16="http://schemas.microsoft.com/office/drawing/2014/main" id="{5BC20A26-F482-4693-ACD6-51371EC7CC4B}"/>
              </a:ext>
            </a:extLst>
          </p:cNvPr>
          <p:cNvGrpSpPr/>
          <p:nvPr/>
        </p:nvGrpSpPr>
        <p:grpSpPr>
          <a:xfrm rot="2159485">
            <a:off x="10055501" y="2964359"/>
            <a:ext cx="1639387" cy="985059"/>
            <a:chOff x="2753518" y="3556278"/>
            <a:chExt cx="2028524" cy="1218879"/>
          </a:xfrm>
          <a:solidFill>
            <a:schemeClr val="bg1">
              <a:alpha val="5000"/>
            </a:schemeClr>
          </a:solidFill>
        </p:grpSpPr>
        <p:sp>
          <p:nvSpPr>
            <p:cNvPr id="34" name="Freeform: Shape 33">
              <a:extLst>
                <a:ext uri="{FF2B5EF4-FFF2-40B4-BE49-F238E27FC236}">
                  <a16:creationId xmlns:a16="http://schemas.microsoft.com/office/drawing/2014/main" id="{DD9359D8-12EB-4981-8FC9-674C1DA3FA8C}"/>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5" name="Group 34">
              <a:extLst>
                <a:ext uri="{FF2B5EF4-FFF2-40B4-BE49-F238E27FC236}">
                  <a16:creationId xmlns:a16="http://schemas.microsoft.com/office/drawing/2014/main" id="{D9AE250E-0814-4DFF-80F3-7D1B1F0463B4}"/>
                </a:ext>
              </a:extLst>
            </p:cNvPr>
            <p:cNvGrpSpPr/>
            <p:nvPr/>
          </p:nvGrpSpPr>
          <p:grpSpPr>
            <a:xfrm>
              <a:off x="3563163" y="3556278"/>
              <a:ext cx="1218879" cy="1218879"/>
              <a:chOff x="3264582" y="1870309"/>
              <a:chExt cx="1774962" cy="1774962"/>
            </a:xfrm>
            <a:grpFill/>
          </p:grpSpPr>
          <p:sp>
            <p:nvSpPr>
              <p:cNvPr id="36" name="Freeform: Shape 35">
                <a:extLst>
                  <a:ext uri="{FF2B5EF4-FFF2-40B4-BE49-F238E27FC236}">
                    <a16:creationId xmlns:a16="http://schemas.microsoft.com/office/drawing/2014/main" id="{FAA6CAE3-5ACB-4D9C-ADB8-97A59EC650F1}"/>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F2F002E-A757-44E2-B762-EAA60285B2AF}"/>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6" name="Freeform: Shape 5">
            <a:extLst>
              <a:ext uri="{FF2B5EF4-FFF2-40B4-BE49-F238E27FC236}">
                <a16:creationId xmlns:a16="http://schemas.microsoft.com/office/drawing/2014/main" id="{ED14329A-1A87-4CC1-B3DE-BA0FD7750868}"/>
              </a:ext>
            </a:extLst>
          </p:cNvPr>
          <p:cNvSpPr/>
          <p:nvPr/>
        </p:nvSpPr>
        <p:spPr>
          <a:xfrm>
            <a:off x="8967752" y="3381941"/>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9A123FC-02CE-41F5-8044-BF4EEF221F28}"/>
              </a:ext>
            </a:extLst>
          </p:cNvPr>
          <p:cNvSpPr/>
          <p:nvPr/>
        </p:nvSpPr>
        <p:spPr>
          <a:xfrm>
            <a:off x="3024122" y="1688320"/>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64288D6C-FFD6-4513-B7FB-6E8702672008}"/>
              </a:ext>
            </a:extLst>
          </p:cNvPr>
          <p:cNvSpPr/>
          <p:nvPr/>
        </p:nvSpPr>
        <p:spPr>
          <a:xfrm>
            <a:off x="11118869" y="220249"/>
            <a:ext cx="853923" cy="853924"/>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5A009AE0-84D1-46BD-A3D1-DE1CB19D32ED}"/>
              </a:ext>
            </a:extLst>
          </p:cNvPr>
          <p:cNvGrpSpPr/>
          <p:nvPr/>
        </p:nvGrpSpPr>
        <p:grpSpPr>
          <a:xfrm rot="1212279">
            <a:off x="4087175" y="247501"/>
            <a:ext cx="3054679" cy="1218879"/>
            <a:chOff x="1727363" y="3556278"/>
            <a:chExt cx="3054679" cy="1218879"/>
          </a:xfrm>
          <a:solidFill>
            <a:schemeClr val="bg1">
              <a:alpha val="5000"/>
            </a:schemeClr>
          </a:solidFill>
        </p:grpSpPr>
        <p:sp>
          <p:nvSpPr>
            <p:cNvPr id="29" name="Freeform: Shape 28">
              <a:extLst>
                <a:ext uri="{FF2B5EF4-FFF2-40B4-BE49-F238E27FC236}">
                  <a16:creationId xmlns:a16="http://schemas.microsoft.com/office/drawing/2014/main" id="{F247D2D1-6005-4632-809B-6B5BDCD4F2E1}"/>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0" name="Group 29">
              <a:extLst>
                <a:ext uri="{FF2B5EF4-FFF2-40B4-BE49-F238E27FC236}">
                  <a16:creationId xmlns:a16="http://schemas.microsoft.com/office/drawing/2014/main" id="{BC69DB4C-B2EA-4392-B4A3-EE775C7B812F}"/>
                </a:ext>
              </a:extLst>
            </p:cNvPr>
            <p:cNvGrpSpPr/>
            <p:nvPr/>
          </p:nvGrpSpPr>
          <p:grpSpPr>
            <a:xfrm>
              <a:off x="3563163" y="3556278"/>
              <a:ext cx="1218879" cy="1218879"/>
              <a:chOff x="3264582" y="1870309"/>
              <a:chExt cx="1774962" cy="1774962"/>
            </a:xfrm>
            <a:grpFill/>
          </p:grpSpPr>
          <p:sp>
            <p:nvSpPr>
              <p:cNvPr id="32" name="Freeform: Shape 31">
                <a:extLst>
                  <a:ext uri="{FF2B5EF4-FFF2-40B4-BE49-F238E27FC236}">
                    <a16:creationId xmlns:a16="http://schemas.microsoft.com/office/drawing/2014/main" id="{45A57558-A521-4754-B376-50F1CEB743F4}"/>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53A0459-4D3D-48F2-8909-33333F49E440}"/>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31" name="Freeform: Shape 30">
              <a:extLst>
                <a:ext uri="{FF2B5EF4-FFF2-40B4-BE49-F238E27FC236}">
                  <a16:creationId xmlns:a16="http://schemas.microsoft.com/office/drawing/2014/main" id="{5DAD32A1-1249-4ABA-B7D2-F068D0D4D3F8}"/>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3A215BE9-B303-434B-9E15-6EC5D7007495}"/>
              </a:ext>
            </a:extLst>
          </p:cNvPr>
          <p:cNvGrpSpPr/>
          <p:nvPr/>
        </p:nvGrpSpPr>
        <p:grpSpPr>
          <a:xfrm>
            <a:off x="8507469" y="529601"/>
            <a:ext cx="2745260" cy="2471860"/>
            <a:chOff x="6486650" y="2648852"/>
            <a:chExt cx="2745260" cy="2471860"/>
          </a:xfrm>
          <a:solidFill>
            <a:schemeClr val="bg1">
              <a:alpha val="5000"/>
            </a:schemeClr>
          </a:solidFill>
        </p:grpSpPr>
        <p:sp>
          <p:nvSpPr>
            <p:cNvPr id="25" name="Freeform: Shape 24">
              <a:extLst>
                <a:ext uri="{FF2B5EF4-FFF2-40B4-BE49-F238E27FC236}">
                  <a16:creationId xmlns:a16="http://schemas.microsoft.com/office/drawing/2014/main" id="{7809DAD2-AC54-4D08-BA47-B17D63965C4A}"/>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26" name="Group 25">
              <a:extLst>
                <a:ext uri="{FF2B5EF4-FFF2-40B4-BE49-F238E27FC236}">
                  <a16:creationId xmlns:a16="http://schemas.microsoft.com/office/drawing/2014/main" id="{32FE9CBB-A365-4955-9D17-02A906A0A62F}"/>
                </a:ext>
              </a:extLst>
            </p:cNvPr>
            <p:cNvGrpSpPr/>
            <p:nvPr/>
          </p:nvGrpSpPr>
          <p:grpSpPr>
            <a:xfrm>
              <a:off x="7392963" y="2648852"/>
              <a:ext cx="1838947" cy="1835405"/>
              <a:chOff x="7167947" y="1624190"/>
              <a:chExt cx="2677922" cy="2672763"/>
            </a:xfrm>
            <a:grpFill/>
          </p:grpSpPr>
          <p:sp>
            <p:nvSpPr>
              <p:cNvPr id="27" name="Freeform: Shape 26">
                <a:extLst>
                  <a:ext uri="{FF2B5EF4-FFF2-40B4-BE49-F238E27FC236}">
                    <a16:creationId xmlns:a16="http://schemas.microsoft.com/office/drawing/2014/main" id="{5449B596-5392-4413-8239-0EFAC58C51AC}"/>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8C02BA6-7A63-47F9-8DDF-38320E62477D}"/>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11" name="Group 10">
            <a:extLst>
              <a:ext uri="{FF2B5EF4-FFF2-40B4-BE49-F238E27FC236}">
                <a16:creationId xmlns:a16="http://schemas.microsoft.com/office/drawing/2014/main" id="{C952D0FF-E99F-49A0-B658-59855EA4A5AC}"/>
              </a:ext>
            </a:extLst>
          </p:cNvPr>
          <p:cNvGrpSpPr/>
          <p:nvPr/>
        </p:nvGrpSpPr>
        <p:grpSpPr>
          <a:xfrm rot="18655185">
            <a:off x="7923365" y="4809769"/>
            <a:ext cx="1639387" cy="985059"/>
            <a:chOff x="2753518" y="3556278"/>
            <a:chExt cx="2028524" cy="1218879"/>
          </a:xfrm>
          <a:solidFill>
            <a:schemeClr val="bg1">
              <a:alpha val="5000"/>
            </a:schemeClr>
          </a:solidFill>
        </p:grpSpPr>
        <p:sp>
          <p:nvSpPr>
            <p:cNvPr id="21" name="Freeform: Shape 20">
              <a:extLst>
                <a:ext uri="{FF2B5EF4-FFF2-40B4-BE49-F238E27FC236}">
                  <a16:creationId xmlns:a16="http://schemas.microsoft.com/office/drawing/2014/main" id="{7E06EEF8-C820-49D6-9EAE-41763A5315FA}"/>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22" name="Group 21">
              <a:extLst>
                <a:ext uri="{FF2B5EF4-FFF2-40B4-BE49-F238E27FC236}">
                  <a16:creationId xmlns:a16="http://schemas.microsoft.com/office/drawing/2014/main" id="{6B6371E7-8DBE-4426-B808-11EE3562F156}"/>
                </a:ext>
              </a:extLst>
            </p:cNvPr>
            <p:cNvGrpSpPr/>
            <p:nvPr/>
          </p:nvGrpSpPr>
          <p:grpSpPr>
            <a:xfrm>
              <a:off x="3563163" y="3556278"/>
              <a:ext cx="1218879" cy="1218879"/>
              <a:chOff x="3264582" y="1870309"/>
              <a:chExt cx="1774962" cy="1774962"/>
            </a:xfrm>
            <a:grpFill/>
          </p:grpSpPr>
          <p:sp>
            <p:nvSpPr>
              <p:cNvPr id="23" name="Freeform: Shape 22">
                <a:extLst>
                  <a:ext uri="{FF2B5EF4-FFF2-40B4-BE49-F238E27FC236}">
                    <a16:creationId xmlns:a16="http://schemas.microsoft.com/office/drawing/2014/main" id="{6B056C3D-76B0-4443-AB02-45EB5BF3EE13}"/>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7089887-82B9-4AAD-94F6-87BE88D57333}"/>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grpSp>
        <p:nvGrpSpPr>
          <p:cNvPr id="12" name="Group 11">
            <a:extLst>
              <a:ext uri="{FF2B5EF4-FFF2-40B4-BE49-F238E27FC236}">
                <a16:creationId xmlns:a16="http://schemas.microsoft.com/office/drawing/2014/main" id="{BB558D77-924C-4DCC-BFF7-E4B3731F5DA2}"/>
              </a:ext>
            </a:extLst>
          </p:cNvPr>
          <p:cNvGrpSpPr/>
          <p:nvPr/>
        </p:nvGrpSpPr>
        <p:grpSpPr>
          <a:xfrm>
            <a:off x="218787" y="4076953"/>
            <a:ext cx="2745260" cy="2471860"/>
            <a:chOff x="6486650" y="2648852"/>
            <a:chExt cx="2745260" cy="2471860"/>
          </a:xfrm>
          <a:solidFill>
            <a:schemeClr val="bg1">
              <a:alpha val="5000"/>
            </a:schemeClr>
          </a:solidFill>
        </p:grpSpPr>
        <p:sp>
          <p:nvSpPr>
            <p:cNvPr id="17" name="Freeform: Shape 16">
              <a:extLst>
                <a:ext uri="{FF2B5EF4-FFF2-40B4-BE49-F238E27FC236}">
                  <a16:creationId xmlns:a16="http://schemas.microsoft.com/office/drawing/2014/main" id="{889ABFBE-0792-4BCE-A56B-CA7BFD894F8B}"/>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8" name="Group 17">
              <a:extLst>
                <a:ext uri="{FF2B5EF4-FFF2-40B4-BE49-F238E27FC236}">
                  <a16:creationId xmlns:a16="http://schemas.microsoft.com/office/drawing/2014/main" id="{3CB55807-BD22-4048-954D-034035693AB1}"/>
                </a:ext>
              </a:extLst>
            </p:cNvPr>
            <p:cNvGrpSpPr/>
            <p:nvPr/>
          </p:nvGrpSpPr>
          <p:grpSpPr>
            <a:xfrm>
              <a:off x="7392963" y="2648852"/>
              <a:ext cx="1838947" cy="1835405"/>
              <a:chOff x="7167947" y="1624190"/>
              <a:chExt cx="2677922" cy="2672763"/>
            </a:xfrm>
            <a:grpFill/>
          </p:grpSpPr>
          <p:sp>
            <p:nvSpPr>
              <p:cNvPr id="19" name="Freeform: Shape 18">
                <a:extLst>
                  <a:ext uri="{FF2B5EF4-FFF2-40B4-BE49-F238E27FC236}">
                    <a16:creationId xmlns:a16="http://schemas.microsoft.com/office/drawing/2014/main" id="{B604511B-5CCB-4401-AD66-43DC945D0707}"/>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5779E09-5F7A-4743-A1ED-396B9867C6F6}"/>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3" name="Freeform: Shape 12">
            <a:extLst>
              <a:ext uri="{FF2B5EF4-FFF2-40B4-BE49-F238E27FC236}">
                <a16:creationId xmlns:a16="http://schemas.microsoft.com/office/drawing/2014/main" id="{91A4F8E1-7B8C-4038-8994-541902C4B0AB}"/>
              </a:ext>
            </a:extLst>
          </p:cNvPr>
          <p:cNvSpPr/>
          <p:nvPr/>
        </p:nvSpPr>
        <p:spPr>
          <a:xfrm>
            <a:off x="3839744" y="5541765"/>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31E7249-19DE-4C8D-8922-A84026F00998}"/>
              </a:ext>
            </a:extLst>
          </p:cNvPr>
          <p:cNvSpPr/>
          <p:nvPr/>
        </p:nvSpPr>
        <p:spPr>
          <a:xfrm>
            <a:off x="3024122" y="4785587"/>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05F296A9-A09A-48BD-A24C-EBADEB320079}"/>
              </a:ext>
            </a:extLst>
          </p:cNvPr>
          <p:cNvSpPr/>
          <p:nvPr/>
        </p:nvSpPr>
        <p:spPr>
          <a:xfrm rot="2246763">
            <a:off x="322349" y="3332008"/>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solidFill>
            <a:schemeClr val="bg1">
              <a:alpha val="5000"/>
            </a:schemeClr>
          </a:solid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7F4FB8-48CF-4E0D-8CB1-B2ED10FE732C}"/>
              </a:ext>
            </a:extLst>
          </p:cNvPr>
          <p:cNvSpPr/>
          <p:nvPr/>
        </p:nvSpPr>
        <p:spPr>
          <a:xfrm>
            <a:off x="6408280" y="6041992"/>
            <a:ext cx="494433" cy="491686"/>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42" name="Group 41">
            <a:extLst>
              <a:ext uri="{FF2B5EF4-FFF2-40B4-BE49-F238E27FC236}">
                <a16:creationId xmlns:a16="http://schemas.microsoft.com/office/drawing/2014/main" id="{C394B5F9-D8AC-415E-8C09-4BE415AA2EDA}"/>
              </a:ext>
            </a:extLst>
          </p:cNvPr>
          <p:cNvGrpSpPr/>
          <p:nvPr userDrawn="1"/>
        </p:nvGrpSpPr>
        <p:grpSpPr>
          <a:xfrm rot="14140429">
            <a:off x="1251624" y="1931265"/>
            <a:ext cx="1916415" cy="1725560"/>
            <a:chOff x="6486650" y="2648852"/>
            <a:chExt cx="2745260" cy="2471860"/>
          </a:xfrm>
          <a:solidFill>
            <a:schemeClr val="bg1">
              <a:alpha val="5000"/>
            </a:schemeClr>
          </a:solidFill>
        </p:grpSpPr>
        <p:sp>
          <p:nvSpPr>
            <p:cNvPr id="43" name="Freeform: Shape 42">
              <a:extLst>
                <a:ext uri="{FF2B5EF4-FFF2-40B4-BE49-F238E27FC236}">
                  <a16:creationId xmlns:a16="http://schemas.microsoft.com/office/drawing/2014/main" id="{8EFBED93-CBB4-4C98-8D24-35EE940EECB0}"/>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44" name="Group 43">
              <a:extLst>
                <a:ext uri="{FF2B5EF4-FFF2-40B4-BE49-F238E27FC236}">
                  <a16:creationId xmlns:a16="http://schemas.microsoft.com/office/drawing/2014/main" id="{2A8F8B1D-3A60-433E-8DEA-E9695D76ACF7}"/>
                </a:ext>
              </a:extLst>
            </p:cNvPr>
            <p:cNvGrpSpPr/>
            <p:nvPr/>
          </p:nvGrpSpPr>
          <p:grpSpPr>
            <a:xfrm>
              <a:off x="7392963" y="2648852"/>
              <a:ext cx="1838947" cy="1835405"/>
              <a:chOff x="7167947" y="1624190"/>
              <a:chExt cx="2677922" cy="2672763"/>
            </a:xfrm>
            <a:grpFill/>
          </p:grpSpPr>
          <p:sp>
            <p:nvSpPr>
              <p:cNvPr id="45" name="Freeform: Shape 44">
                <a:extLst>
                  <a:ext uri="{FF2B5EF4-FFF2-40B4-BE49-F238E27FC236}">
                    <a16:creationId xmlns:a16="http://schemas.microsoft.com/office/drawing/2014/main" id="{BC21027D-C275-43F0-9DF7-CDBF13331717}"/>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FE31230A-3F00-4E5D-AB2B-619EA30B194D}"/>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47" name="Freeform: Shape 46">
            <a:extLst>
              <a:ext uri="{FF2B5EF4-FFF2-40B4-BE49-F238E27FC236}">
                <a16:creationId xmlns:a16="http://schemas.microsoft.com/office/drawing/2014/main" id="{BED5CE5D-67E4-403F-B3DA-7E99871E9C8C}"/>
              </a:ext>
            </a:extLst>
          </p:cNvPr>
          <p:cNvSpPr/>
          <p:nvPr userDrawn="1"/>
        </p:nvSpPr>
        <p:spPr>
          <a:xfrm>
            <a:off x="529815" y="248541"/>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170C0C8B-A623-4A77-8067-AE3A11119257}"/>
              </a:ext>
            </a:extLst>
          </p:cNvPr>
          <p:cNvSpPr/>
          <p:nvPr userDrawn="1"/>
        </p:nvSpPr>
        <p:spPr>
          <a:xfrm>
            <a:off x="7565721" y="431683"/>
            <a:ext cx="1263772" cy="1286476"/>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61" name="Group 60">
            <a:extLst>
              <a:ext uri="{FF2B5EF4-FFF2-40B4-BE49-F238E27FC236}">
                <a16:creationId xmlns:a16="http://schemas.microsoft.com/office/drawing/2014/main" id="{8EDAEFC4-4C0C-4BEB-903F-14C3DBA0B8C0}"/>
              </a:ext>
            </a:extLst>
          </p:cNvPr>
          <p:cNvGrpSpPr/>
          <p:nvPr userDrawn="1"/>
        </p:nvGrpSpPr>
        <p:grpSpPr>
          <a:xfrm rot="19800000">
            <a:off x="206465" y="743263"/>
            <a:ext cx="3054679" cy="1218879"/>
            <a:chOff x="1727363" y="3556278"/>
            <a:chExt cx="3054679" cy="1218879"/>
          </a:xfrm>
          <a:solidFill>
            <a:schemeClr val="bg1">
              <a:alpha val="5000"/>
            </a:schemeClr>
          </a:solidFill>
        </p:grpSpPr>
        <p:sp>
          <p:nvSpPr>
            <p:cNvPr id="62" name="Freeform: Shape 61">
              <a:extLst>
                <a:ext uri="{FF2B5EF4-FFF2-40B4-BE49-F238E27FC236}">
                  <a16:creationId xmlns:a16="http://schemas.microsoft.com/office/drawing/2014/main" id="{A1906127-6506-4703-A9AE-51223C1418C5}"/>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3" name="Group 62">
              <a:extLst>
                <a:ext uri="{FF2B5EF4-FFF2-40B4-BE49-F238E27FC236}">
                  <a16:creationId xmlns:a16="http://schemas.microsoft.com/office/drawing/2014/main" id="{E3C86351-4A7B-4A01-A872-297FC5E76705}"/>
                </a:ext>
              </a:extLst>
            </p:cNvPr>
            <p:cNvGrpSpPr/>
            <p:nvPr/>
          </p:nvGrpSpPr>
          <p:grpSpPr>
            <a:xfrm>
              <a:off x="3563163" y="3556278"/>
              <a:ext cx="1218879" cy="1218879"/>
              <a:chOff x="3264582" y="1870309"/>
              <a:chExt cx="1774962" cy="1774962"/>
            </a:xfrm>
            <a:grpFill/>
          </p:grpSpPr>
          <p:sp>
            <p:nvSpPr>
              <p:cNvPr id="65" name="Freeform: Shape 64">
                <a:extLst>
                  <a:ext uri="{FF2B5EF4-FFF2-40B4-BE49-F238E27FC236}">
                    <a16:creationId xmlns:a16="http://schemas.microsoft.com/office/drawing/2014/main" id="{AD4F4732-F596-454F-92F1-65E5E4954D19}"/>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B1B23E5-8635-4B3E-8862-FDD5D0A04D2D}"/>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64" name="Freeform: Shape 63">
              <a:extLst>
                <a:ext uri="{FF2B5EF4-FFF2-40B4-BE49-F238E27FC236}">
                  <a16:creationId xmlns:a16="http://schemas.microsoft.com/office/drawing/2014/main" id="{D4404570-F880-4ADE-AC20-8133EAAC08BE}"/>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67" name="Group 66">
            <a:extLst>
              <a:ext uri="{FF2B5EF4-FFF2-40B4-BE49-F238E27FC236}">
                <a16:creationId xmlns:a16="http://schemas.microsoft.com/office/drawing/2014/main" id="{3E87EBBC-FED0-431E-A2D8-2BF60AF707F1}"/>
              </a:ext>
            </a:extLst>
          </p:cNvPr>
          <p:cNvGrpSpPr/>
          <p:nvPr userDrawn="1"/>
        </p:nvGrpSpPr>
        <p:grpSpPr>
          <a:xfrm rot="13107797">
            <a:off x="6810793" y="5777610"/>
            <a:ext cx="1277753" cy="767764"/>
            <a:chOff x="2753518" y="3556278"/>
            <a:chExt cx="2028524" cy="1218879"/>
          </a:xfrm>
          <a:solidFill>
            <a:schemeClr val="bg1">
              <a:alpha val="5000"/>
            </a:schemeClr>
          </a:solidFill>
        </p:grpSpPr>
        <p:sp>
          <p:nvSpPr>
            <p:cNvPr id="68" name="Freeform: Shape 67">
              <a:extLst>
                <a:ext uri="{FF2B5EF4-FFF2-40B4-BE49-F238E27FC236}">
                  <a16:creationId xmlns:a16="http://schemas.microsoft.com/office/drawing/2014/main" id="{4E8B5CDA-A8E3-48D9-B1C6-1E28374AAF94}"/>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9" name="Group 68">
              <a:extLst>
                <a:ext uri="{FF2B5EF4-FFF2-40B4-BE49-F238E27FC236}">
                  <a16:creationId xmlns:a16="http://schemas.microsoft.com/office/drawing/2014/main" id="{F5A5C1DD-EF26-4025-B68D-0775AA454261}"/>
                </a:ext>
              </a:extLst>
            </p:cNvPr>
            <p:cNvGrpSpPr/>
            <p:nvPr/>
          </p:nvGrpSpPr>
          <p:grpSpPr>
            <a:xfrm>
              <a:off x="3563163" y="3556278"/>
              <a:ext cx="1218879" cy="1218879"/>
              <a:chOff x="3264582" y="1870309"/>
              <a:chExt cx="1774962" cy="1774962"/>
            </a:xfrm>
            <a:grpFill/>
          </p:grpSpPr>
          <p:sp>
            <p:nvSpPr>
              <p:cNvPr id="70" name="Freeform: Shape 69">
                <a:extLst>
                  <a:ext uri="{FF2B5EF4-FFF2-40B4-BE49-F238E27FC236}">
                    <a16:creationId xmlns:a16="http://schemas.microsoft.com/office/drawing/2014/main" id="{F04AE5A0-084E-4214-8571-E964F22366AE}"/>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6F66AB02-A030-4AD1-9F74-1D06F453FF8F}"/>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72" name="Freeform: Shape 71">
            <a:extLst>
              <a:ext uri="{FF2B5EF4-FFF2-40B4-BE49-F238E27FC236}">
                <a16:creationId xmlns:a16="http://schemas.microsoft.com/office/drawing/2014/main" id="{1C980EF8-E09C-4F4B-BF9F-49F28E94B6ED}"/>
              </a:ext>
            </a:extLst>
          </p:cNvPr>
          <p:cNvSpPr/>
          <p:nvPr userDrawn="1"/>
        </p:nvSpPr>
        <p:spPr>
          <a:xfrm>
            <a:off x="8809094" y="351406"/>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spTree>
    <p:extLst>
      <p:ext uri="{BB962C8B-B14F-4D97-AF65-F5344CB8AC3E}">
        <p14:creationId xmlns:p14="http://schemas.microsoft.com/office/powerpoint/2010/main" val="34066648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F533FA-CEC8-4DEE-8947-D0D94ACAB905}" type="datetimeFigureOut">
              <a:rPr lang="en-US" smtClean="0"/>
              <a:t>11/29/2022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7A601E-F5B2-401B-8406-BB3F593F727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3271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F188A-B36F-40D2-9E0D-7D2595D885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10FCBF-7442-4D66-98CA-FD4A8D97F1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57D1B1-D19B-4073-98AB-E3D539E35DA6}"/>
              </a:ext>
            </a:extLst>
          </p:cNvPr>
          <p:cNvSpPr>
            <a:spLocks noGrp="1"/>
          </p:cNvSpPr>
          <p:nvPr>
            <p:ph type="dt" sz="half" idx="10"/>
          </p:nvPr>
        </p:nvSpPr>
        <p:spPr/>
        <p:txBody>
          <a:bodyPr/>
          <a:lstStyle/>
          <a:p>
            <a:fld id="{98C7B39C-4C2B-41DF-ABB7-AF8A2536E6DE}" type="datetimeFigureOut">
              <a:rPr lang="en-IN" smtClean="0"/>
              <a:pPr/>
              <a:t>29-11-2022</a:t>
            </a:fld>
            <a:endParaRPr lang="en-IN"/>
          </a:p>
        </p:txBody>
      </p:sp>
      <p:sp>
        <p:nvSpPr>
          <p:cNvPr id="5" name="Footer Placeholder 4">
            <a:extLst>
              <a:ext uri="{FF2B5EF4-FFF2-40B4-BE49-F238E27FC236}">
                <a16:creationId xmlns:a16="http://schemas.microsoft.com/office/drawing/2014/main" id="{81664ECF-ADF1-4893-81C8-BDD9D9ACD7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7A4841-51B1-4AEC-831B-49E19DD00F48}"/>
              </a:ext>
            </a:extLst>
          </p:cNvPr>
          <p:cNvSpPr>
            <a:spLocks noGrp="1"/>
          </p:cNvSpPr>
          <p:nvPr>
            <p:ph type="sldNum" sz="quarter" idx="12"/>
          </p:nvPr>
        </p:nvSpPr>
        <p:spPr/>
        <p:txBody>
          <a:bodyPr/>
          <a:lstStyle/>
          <a:p>
            <a:fld id="{6D39A859-6AA6-4A23-A807-CE96F60432B6}" type="slidenum">
              <a:rPr lang="en-IN" smtClean="0"/>
              <a:pPr/>
              <a:t>‹#›</a:t>
            </a:fld>
            <a:endParaRPr lang="en-IN"/>
          </a:p>
        </p:txBody>
      </p:sp>
    </p:spTree>
    <p:extLst>
      <p:ext uri="{BB962C8B-B14F-4D97-AF65-F5344CB8AC3E}">
        <p14:creationId xmlns:p14="http://schemas.microsoft.com/office/powerpoint/2010/main" val="353506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5" Type="http://schemas.openxmlformats.org/officeDocument/2006/relationships/theme" Target="../theme/theme2.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D6900A-71DD-4EE4-BDFB-ACF507B79C4D}" type="datetimeFigureOut">
              <a:rPr lang="en-US" smtClean="0"/>
              <a:t>11/29/2022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1FD448-A964-430F-95C0-656763868D8E}" type="slidenum">
              <a:rPr lang="en-US" smtClean="0"/>
              <a:t>‹#›</a:t>
            </a:fld>
            <a:endParaRPr lang="en-US"/>
          </a:p>
        </p:txBody>
      </p:sp>
    </p:spTree>
    <p:extLst>
      <p:ext uri="{BB962C8B-B14F-4D97-AF65-F5344CB8AC3E}">
        <p14:creationId xmlns:p14="http://schemas.microsoft.com/office/powerpoint/2010/main" val="22906536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7" r:id="rId12"/>
    <p:sldLayoutId id="214748367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443251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7.xml"/><Relationship Id="rId5" Type="http://schemas.openxmlformats.org/officeDocument/2006/relationships/image" Target="../media/image9.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3DE74B-5C73-49AA-ABC3-2420537B1195}"/>
              </a:ext>
            </a:extLst>
          </p:cNvPr>
          <p:cNvSpPr>
            <a:spLocks noGrp="1"/>
          </p:cNvSpPr>
          <p:nvPr>
            <p:ph type="title"/>
          </p:nvPr>
        </p:nvSpPr>
        <p:spPr>
          <a:xfrm>
            <a:off x="1251285" y="815680"/>
            <a:ext cx="10058400" cy="5226639"/>
          </a:xfrm>
        </p:spPr>
        <p:txBody>
          <a:bodyPr>
            <a:noAutofit/>
          </a:bodyPr>
          <a:lstStyle/>
          <a:p>
            <a:pPr algn="ctr">
              <a:lnSpc>
                <a:spcPct val="100000"/>
              </a:lnSpc>
            </a:pPr>
            <a:r>
              <a:rPr lang="en-US" sz="3600" b="1" dirty="0"/>
              <a:t>UNIT-VI </a:t>
            </a:r>
            <a:br>
              <a:rPr lang="en-US" sz="3600" b="1" dirty="0"/>
            </a:br>
            <a:r>
              <a:rPr lang="en-US" sz="3600" b="1" dirty="0">
                <a:solidFill>
                  <a:srgbClr val="0070C0"/>
                </a:solidFill>
              </a:rPr>
              <a:t>Conflict and Stress Management</a:t>
            </a:r>
            <a:br>
              <a:rPr lang="en-US" sz="3600" b="1" dirty="0">
                <a:solidFill>
                  <a:srgbClr val="0070C0"/>
                </a:solidFill>
              </a:rPr>
            </a:br>
            <a:br>
              <a:rPr lang="en-US" sz="1600" b="1" dirty="0"/>
            </a:br>
            <a:br>
              <a:rPr lang="en-US" sz="3200" dirty="0"/>
            </a:br>
            <a:br>
              <a:rPr lang="en-US" sz="3200" dirty="0"/>
            </a:br>
            <a:r>
              <a:rPr lang="en-US" sz="3200" dirty="0">
                <a:solidFill>
                  <a:srgbClr val="F34D0B"/>
                </a:solidFill>
              </a:rPr>
              <a:t>“</a:t>
            </a:r>
            <a:r>
              <a:rPr lang="en-US" sz="2400" b="1" dirty="0">
                <a:solidFill>
                  <a:srgbClr val="F34D0B"/>
                </a:solidFill>
              </a:rPr>
              <a:t>Conflict Management”</a:t>
            </a:r>
            <a:br>
              <a:rPr lang="en-US" sz="3200" b="1" dirty="0"/>
            </a:br>
            <a:br>
              <a:rPr lang="en-US" sz="3200" b="1" dirty="0"/>
            </a:br>
            <a:br>
              <a:rPr lang="en-US" sz="2000" b="1" dirty="0"/>
            </a:br>
            <a:r>
              <a:rPr lang="en-US" sz="2000" b="1" i="1" dirty="0"/>
              <a:t>by</a:t>
            </a:r>
            <a:br>
              <a:rPr lang="en-US" sz="2000" b="1" i="1" dirty="0"/>
            </a:br>
            <a:r>
              <a:rPr lang="en-US" sz="2400" b="1" dirty="0">
                <a:solidFill>
                  <a:srgbClr val="FF0000"/>
                </a:solidFill>
              </a:rPr>
              <a:t>P. B. Narendra Kiran </a:t>
            </a:r>
            <a:r>
              <a:rPr lang="en-US" sz="1100" b="1" dirty="0">
                <a:solidFill>
                  <a:srgbClr val="00B050"/>
                </a:solidFill>
              </a:rPr>
              <a:t>M.B.A., M.Phil., (Ph.D.)</a:t>
            </a:r>
            <a:br>
              <a:rPr lang="en-US" sz="2400" b="1" dirty="0">
                <a:solidFill>
                  <a:srgbClr val="FF0000"/>
                </a:solidFill>
              </a:rPr>
            </a:br>
            <a:r>
              <a:rPr lang="en-US" sz="2000" b="1" dirty="0">
                <a:solidFill>
                  <a:srgbClr val="002060"/>
                </a:solidFill>
              </a:rPr>
              <a:t>Assistant Professor</a:t>
            </a:r>
            <a:br>
              <a:rPr lang="en-US" sz="2400" b="1" dirty="0">
                <a:solidFill>
                  <a:srgbClr val="FF0000"/>
                </a:solidFill>
              </a:rPr>
            </a:br>
            <a:r>
              <a:rPr lang="en-US" sz="2000" b="1" dirty="0">
                <a:solidFill>
                  <a:schemeClr val="tx1"/>
                </a:solidFill>
              </a:rPr>
              <a:t>Mittal School of Business, L.P.U., </a:t>
            </a:r>
            <a:r>
              <a:rPr lang="en-US" sz="2000" b="1" dirty="0">
                <a:solidFill>
                  <a:srgbClr val="0070C0"/>
                </a:solidFill>
              </a:rPr>
              <a:t>Phagwara, Punjab</a:t>
            </a:r>
            <a:endParaRPr lang="en-US" sz="4400" b="1" dirty="0">
              <a:solidFill>
                <a:srgbClr val="0070C0"/>
              </a:solidFill>
            </a:endParaRPr>
          </a:p>
        </p:txBody>
      </p:sp>
      <p:pic>
        <p:nvPicPr>
          <p:cNvPr id="2050" name="Picture 2" descr="India's Largest Best Private University in Punjab - LPU">
            <a:extLst>
              <a:ext uri="{FF2B5EF4-FFF2-40B4-BE49-F238E27FC236}">
                <a16:creationId xmlns:a16="http://schemas.microsoft.com/office/drawing/2014/main" id="{AE16B675-D147-4818-FC00-87568B6152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8571" y="189732"/>
            <a:ext cx="2828925" cy="15525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4F3920B-A389-A595-32E4-6141633B8212}"/>
              </a:ext>
            </a:extLst>
          </p:cNvPr>
          <p:cNvSpPr txBox="1"/>
          <p:nvPr/>
        </p:nvSpPr>
        <p:spPr>
          <a:xfrm>
            <a:off x="527255" y="446348"/>
            <a:ext cx="1390035" cy="369332"/>
          </a:xfrm>
          <a:prstGeom prst="rect">
            <a:avLst/>
          </a:prstGeom>
          <a:noFill/>
          <a:ln>
            <a:solidFill>
              <a:srgbClr val="F34D0B"/>
            </a:solidFill>
          </a:ln>
        </p:spPr>
        <p:txBody>
          <a:bodyPr wrap="square">
            <a:spAutoFit/>
          </a:bodyPr>
          <a:lstStyle/>
          <a:p>
            <a:r>
              <a:rPr lang="en-US" sz="1800" b="1" dirty="0"/>
              <a:t>Lecture-33</a:t>
            </a:r>
            <a:endParaRPr lang="en-US" dirty="0"/>
          </a:p>
        </p:txBody>
      </p:sp>
      <p:pic>
        <p:nvPicPr>
          <p:cNvPr id="4098" name="Picture 2">
            <a:extLst>
              <a:ext uri="{FF2B5EF4-FFF2-40B4-BE49-F238E27FC236}">
                <a16:creationId xmlns:a16="http://schemas.microsoft.com/office/drawing/2014/main" id="{E3E5C7D9-0114-80CB-B5F2-C83B51BCE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6204" y="2934074"/>
            <a:ext cx="1188518" cy="142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700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6CB9EF0-7560-E294-8F7C-3BAE9D228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4509" y="117987"/>
            <a:ext cx="3035710" cy="11459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2F6F1D8-9316-083D-9183-1F14A434AAF6}"/>
              </a:ext>
            </a:extLst>
          </p:cNvPr>
          <p:cNvPicPr>
            <a:picLocks noChangeAspect="1"/>
          </p:cNvPicPr>
          <p:nvPr/>
        </p:nvPicPr>
        <p:blipFill rotWithShape="1">
          <a:blip r:embed="rId3">
            <a:extLst>
              <a:ext uri="{28A0092B-C50C-407E-A947-70E740481C1C}">
                <a14:useLocalDpi xmlns:a14="http://schemas.microsoft.com/office/drawing/2010/main" val="0"/>
              </a:ext>
            </a:extLst>
          </a:blip>
          <a:srcRect t="11022" b="41128"/>
          <a:stretch/>
        </p:blipFill>
        <p:spPr>
          <a:xfrm>
            <a:off x="1907458" y="1460089"/>
            <a:ext cx="8637639" cy="3099797"/>
          </a:xfrm>
          <a:prstGeom prst="rect">
            <a:avLst/>
          </a:prstGeom>
        </p:spPr>
      </p:pic>
      <p:pic>
        <p:nvPicPr>
          <p:cNvPr id="11" name="Picture 10">
            <a:extLst>
              <a:ext uri="{FF2B5EF4-FFF2-40B4-BE49-F238E27FC236}">
                <a16:creationId xmlns:a16="http://schemas.microsoft.com/office/drawing/2014/main" id="{692E6025-DF30-C9D1-B449-8851DF9B0EB5}"/>
              </a:ext>
            </a:extLst>
          </p:cNvPr>
          <p:cNvPicPr>
            <a:picLocks noChangeAspect="1"/>
          </p:cNvPicPr>
          <p:nvPr/>
        </p:nvPicPr>
        <p:blipFill rotWithShape="1">
          <a:blip r:embed="rId4"/>
          <a:srcRect l="27823" t="80445" r="12106" b="13871"/>
          <a:stretch/>
        </p:blipFill>
        <p:spPr>
          <a:xfrm>
            <a:off x="1" y="6194322"/>
            <a:ext cx="12192000" cy="663678"/>
          </a:xfrm>
          <a:prstGeom prst="rect">
            <a:avLst/>
          </a:prstGeom>
        </p:spPr>
      </p:pic>
    </p:spTree>
    <p:extLst>
      <p:ext uri="{BB962C8B-B14F-4D97-AF65-F5344CB8AC3E}">
        <p14:creationId xmlns:p14="http://schemas.microsoft.com/office/powerpoint/2010/main" val="989758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E9271B3B-E2BF-CEB9-B997-5B1A4F825FDB}"/>
              </a:ext>
            </a:extLst>
          </p:cNvPr>
          <p:cNvSpPr txBox="1"/>
          <p:nvPr/>
        </p:nvSpPr>
        <p:spPr>
          <a:xfrm>
            <a:off x="3642282" y="909698"/>
            <a:ext cx="6251047" cy="531684"/>
          </a:xfrm>
          <a:prstGeom prst="rect">
            <a:avLst/>
          </a:prstGeom>
          <a:noFill/>
        </p:spPr>
        <p:txBody>
          <a:bodyPr wrap="square">
            <a:spAutoFit/>
          </a:bodyPr>
          <a:lstStyle/>
          <a:p>
            <a:pPr marL="0" marR="0">
              <a:lnSpc>
                <a:spcPct val="107000"/>
              </a:lnSpc>
              <a:spcBef>
                <a:spcPts val="0"/>
              </a:spcBef>
              <a:spcAft>
                <a:spcPts val="800"/>
              </a:spcAft>
            </a:pPr>
            <a:r>
              <a:rPr lang="en-US" sz="2800" b="1" dirty="0">
                <a:solidFill>
                  <a:srgbClr val="002060"/>
                </a:solidFill>
                <a:effectLst/>
                <a:latin typeface="Abadi" panose="020B0604020104020204" pitchFamily="34" charset="0"/>
                <a:ea typeface="Calibri" panose="020F0502020204030204" pitchFamily="34" charset="0"/>
                <a:cs typeface="Times New Roman" panose="02020603050405020304" pitchFamily="18" charset="0"/>
              </a:rPr>
              <a:t>          </a:t>
            </a:r>
            <a:r>
              <a:rPr lang="en-US" sz="2800" dirty="0">
                <a:solidFill>
                  <a:srgbClr val="CC00FF"/>
                </a:solidFill>
                <a:effectLst/>
                <a:latin typeface="Abadi" panose="020B0604020104020204" pitchFamily="34" charset="0"/>
                <a:ea typeface="Calibri" panose="020F0502020204030204" pitchFamily="34" charset="0"/>
                <a:cs typeface="Times New Roman" panose="02020603050405020304" pitchFamily="18" charset="0"/>
              </a:rPr>
              <a:t>Objectives of the Study</a:t>
            </a:r>
          </a:p>
        </p:txBody>
      </p:sp>
      <p:pic>
        <p:nvPicPr>
          <p:cNvPr id="171" name="Picture 170">
            <a:extLst>
              <a:ext uri="{FF2B5EF4-FFF2-40B4-BE49-F238E27FC236}">
                <a16:creationId xmlns:a16="http://schemas.microsoft.com/office/drawing/2014/main" id="{9476F01C-892B-E052-59A0-784F5CA149CF}"/>
              </a:ext>
            </a:extLst>
          </p:cNvPr>
          <p:cNvPicPr>
            <a:picLocks noChangeAspect="1"/>
          </p:cNvPicPr>
          <p:nvPr/>
        </p:nvPicPr>
        <p:blipFill rotWithShape="1">
          <a:blip r:embed="rId2">
            <a:extLst>
              <a:ext uri="{28A0092B-C50C-407E-A947-70E740481C1C}">
                <a14:useLocalDpi xmlns:a14="http://schemas.microsoft.com/office/drawing/2010/main" val="0"/>
              </a:ext>
            </a:extLst>
          </a:blip>
          <a:srcRect t="97217"/>
          <a:stretch/>
        </p:blipFill>
        <p:spPr>
          <a:xfrm>
            <a:off x="0" y="6601541"/>
            <a:ext cx="12192000" cy="257175"/>
          </a:xfrm>
          <a:prstGeom prst="rect">
            <a:avLst/>
          </a:prstGeom>
        </p:spPr>
      </p:pic>
      <p:pic>
        <p:nvPicPr>
          <p:cNvPr id="10242" name="Picture 2" descr="Investigation Tips: Setting Objectives | i-Sight">
            <a:extLst>
              <a:ext uri="{FF2B5EF4-FFF2-40B4-BE49-F238E27FC236}">
                <a16:creationId xmlns:a16="http://schemas.microsoft.com/office/drawing/2014/main" id="{AAC9E3D5-DA4C-E193-999F-6C86F375D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9307" y="314059"/>
            <a:ext cx="1795280" cy="125698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5BAA5396-133F-330A-5C52-4B22428147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C251BE5-B8D9-024F-6829-CFCBE20CF7C4}"/>
              </a:ext>
            </a:extLst>
          </p:cNvPr>
          <p:cNvPicPr>
            <a:picLocks noChangeAspect="1"/>
          </p:cNvPicPr>
          <p:nvPr/>
        </p:nvPicPr>
        <p:blipFill rotWithShape="1">
          <a:blip r:embed="rId5"/>
          <a:srcRect l="4718" t="22895" r="4577" b="15036"/>
          <a:stretch/>
        </p:blipFill>
        <p:spPr>
          <a:xfrm>
            <a:off x="237267" y="2162616"/>
            <a:ext cx="11717465" cy="4507933"/>
          </a:xfrm>
          <a:prstGeom prst="rect">
            <a:avLst/>
          </a:prstGeom>
        </p:spPr>
      </p:pic>
      <p:sp>
        <p:nvSpPr>
          <p:cNvPr id="6" name="TextBox 5">
            <a:extLst>
              <a:ext uri="{FF2B5EF4-FFF2-40B4-BE49-F238E27FC236}">
                <a16:creationId xmlns:a16="http://schemas.microsoft.com/office/drawing/2014/main" id="{3E0EEA12-FEAE-EDC1-E6CC-99D79893D211}"/>
              </a:ext>
            </a:extLst>
          </p:cNvPr>
          <p:cNvSpPr txBox="1"/>
          <p:nvPr/>
        </p:nvSpPr>
        <p:spPr>
          <a:xfrm>
            <a:off x="5703939" y="1767422"/>
            <a:ext cx="6098458" cy="461665"/>
          </a:xfrm>
          <a:prstGeom prst="rect">
            <a:avLst/>
          </a:prstGeom>
          <a:noFill/>
        </p:spPr>
        <p:txBody>
          <a:bodyPr wrap="square">
            <a:spAutoFit/>
          </a:bodyPr>
          <a:lstStyle/>
          <a:p>
            <a:r>
              <a:rPr lang="en-US" sz="2400" b="1" dirty="0">
                <a:solidFill>
                  <a:srgbClr val="F34D0B"/>
                </a:solidFill>
              </a:rPr>
              <a:t>Students will be able to learn</a:t>
            </a:r>
            <a:endParaRPr lang="en-US" sz="2400" dirty="0"/>
          </a:p>
        </p:txBody>
      </p:sp>
    </p:spTree>
    <p:extLst>
      <p:ext uri="{BB962C8B-B14F-4D97-AF65-F5344CB8AC3E}">
        <p14:creationId xmlns:p14="http://schemas.microsoft.com/office/powerpoint/2010/main" val="1983860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0" y="2301005"/>
            <a:ext cx="12192000" cy="1874482"/>
          </a:xfrm>
          <a:solidFill>
            <a:srgbClr val="00B050">
              <a:alpha val="80000"/>
            </a:srgbClr>
          </a:solidFill>
          <a:ln>
            <a:solidFill>
              <a:schemeClr val="tx1"/>
            </a:solidFill>
          </a:ln>
        </p:spPr>
        <p:txBody>
          <a:bodyPr anchor="ctr"/>
          <a:lstStyle/>
          <a:p>
            <a:pPr marL="0" indent="0" algn="ctr">
              <a:buNone/>
            </a:pPr>
            <a:r>
              <a:rPr lang="en-US" sz="4400" b="1" dirty="0">
                <a:solidFill>
                  <a:schemeClr val="tx1"/>
                </a:solidFill>
              </a:rPr>
              <a:t>Introduction</a:t>
            </a:r>
          </a:p>
        </p:txBody>
      </p:sp>
      <p:pic>
        <p:nvPicPr>
          <p:cNvPr id="2050" name="Picture 2">
            <a:extLst>
              <a:ext uri="{FF2B5EF4-FFF2-40B4-BE49-F238E27FC236}">
                <a16:creationId xmlns:a16="http://schemas.microsoft.com/office/drawing/2014/main" id="{06CB9EF0-7560-E294-8F7C-3BAE9D228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4509" y="117987"/>
            <a:ext cx="3035710" cy="1145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474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6F80F5-930E-94C1-E196-13829FF0C63F}"/>
              </a:ext>
            </a:extLst>
          </p:cNvPr>
          <p:cNvSpPr>
            <a:spLocks noGrp="1"/>
          </p:cNvSpPr>
          <p:nvPr>
            <p:ph type="title"/>
          </p:nvPr>
        </p:nvSpPr>
        <p:spPr>
          <a:xfrm>
            <a:off x="3686227" y="486697"/>
            <a:ext cx="4308243" cy="559491"/>
          </a:xfrm>
        </p:spPr>
        <p:txBody>
          <a:bodyPr>
            <a:normAutofit fontScale="90000"/>
          </a:bodyPr>
          <a:lstStyle/>
          <a:p>
            <a:pPr>
              <a:lnSpc>
                <a:spcPct val="100000"/>
              </a:lnSpc>
            </a:pPr>
            <a:r>
              <a:rPr lang="en-US" sz="3200" b="1" dirty="0">
                <a:solidFill>
                  <a:srgbClr val="C00000"/>
                </a:solidFill>
                <a:latin typeface="Apple Chancery" panose="03020702040506060504" pitchFamily="66" charset="0"/>
              </a:rPr>
              <a:t>What is Conflict?</a:t>
            </a:r>
            <a:endParaRPr lang="en-US" dirty="0"/>
          </a:p>
        </p:txBody>
      </p:sp>
      <p:pic>
        <p:nvPicPr>
          <p:cNvPr id="2" name="Picture 2">
            <a:extLst>
              <a:ext uri="{FF2B5EF4-FFF2-40B4-BE49-F238E27FC236}">
                <a16:creationId xmlns:a16="http://schemas.microsoft.com/office/drawing/2014/main" id="{6695E2D6-3279-55DC-E66D-E379596E6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1BED303-1556-B3F9-6475-5BD6A5CB777C}"/>
              </a:ext>
            </a:extLst>
          </p:cNvPr>
          <p:cNvPicPr>
            <a:picLocks noChangeAspect="1"/>
          </p:cNvPicPr>
          <p:nvPr/>
        </p:nvPicPr>
        <p:blipFill rotWithShape="1">
          <a:blip r:embed="rId3"/>
          <a:srcRect l="2661" t="16973" r="2137" b="18264"/>
          <a:stretch/>
        </p:blipFill>
        <p:spPr>
          <a:xfrm>
            <a:off x="324464" y="1165123"/>
            <a:ext cx="11606981" cy="4645741"/>
          </a:xfrm>
          <a:prstGeom prst="rect">
            <a:avLst/>
          </a:prstGeom>
        </p:spPr>
      </p:pic>
      <p:sp>
        <p:nvSpPr>
          <p:cNvPr id="7" name="Title 4">
            <a:extLst>
              <a:ext uri="{FF2B5EF4-FFF2-40B4-BE49-F238E27FC236}">
                <a16:creationId xmlns:a16="http://schemas.microsoft.com/office/drawing/2014/main" id="{49879B18-838A-2A10-046D-15FE316433A1}"/>
              </a:ext>
            </a:extLst>
          </p:cNvPr>
          <p:cNvSpPr txBox="1">
            <a:spLocks/>
          </p:cNvSpPr>
          <p:nvPr/>
        </p:nvSpPr>
        <p:spPr>
          <a:xfrm>
            <a:off x="1257660" y="5929799"/>
            <a:ext cx="3963270" cy="559491"/>
          </a:xfrm>
          <a:prstGeom prst="rect">
            <a:avLst/>
          </a:prstGeom>
          <a:ln>
            <a:solidFill>
              <a:srgbClr val="FF0000"/>
            </a:solidFill>
          </a:ln>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lnSpc>
                <a:spcPct val="100000"/>
              </a:lnSpc>
            </a:pPr>
            <a:r>
              <a:rPr lang="en-US" sz="2000" b="1" dirty="0">
                <a:solidFill>
                  <a:srgbClr val="C00000"/>
                </a:solidFill>
                <a:latin typeface="Abadi" panose="020B0604020104020204" pitchFamily="34" charset="0"/>
              </a:rPr>
              <a:t>People with different ideas and opinions</a:t>
            </a:r>
            <a:endParaRPr lang="en-US" sz="2000" dirty="0">
              <a:latin typeface="Abadi" panose="020B0604020104020204" pitchFamily="34" charset="0"/>
            </a:endParaRPr>
          </a:p>
        </p:txBody>
      </p:sp>
      <p:sp>
        <p:nvSpPr>
          <p:cNvPr id="8" name="Title 4">
            <a:extLst>
              <a:ext uri="{FF2B5EF4-FFF2-40B4-BE49-F238E27FC236}">
                <a16:creationId xmlns:a16="http://schemas.microsoft.com/office/drawing/2014/main" id="{45A3AA49-A3ED-C302-33B2-F2BDDDCEB68E}"/>
              </a:ext>
            </a:extLst>
          </p:cNvPr>
          <p:cNvSpPr txBox="1">
            <a:spLocks/>
          </p:cNvSpPr>
          <p:nvPr/>
        </p:nvSpPr>
        <p:spPr>
          <a:xfrm>
            <a:off x="6822717" y="5929798"/>
            <a:ext cx="4308243" cy="559491"/>
          </a:xfrm>
          <a:prstGeom prst="rect">
            <a:avLst/>
          </a:prstGeom>
          <a:ln>
            <a:solidFill>
              <a:srgbClr val="FF0000"/>
            </a:solidFill>
          </a:ln>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lnSpc>
                <a:spcPct val="100000"/>
              </a:lnSpc>
            </a:pPr>
            <a:r>
              <a:rPr lang="en-US" sz="2000" b="1" dirty="0">
                <a:solidFill>
                  <a:srgbClr val="C00000"/>
                </a:solidFill>
                <a:latin typeface="Abadi" panose="020B0604020104020204" pitchFamily="34" charset="0"/>
              </a:rPr>
              <a:t>Different Opinions and ideas leads to conflicts</a:t>
            </a:r>
            <a:endParaRPr lang="en-US" sz="2000" dirty="0">
              <a:latin typeface="Abadi" panose="020B0604020104020204" pitchFamily="34" charset="0"/>
            </a:endParaRPr>
          </a:p>
        </p:txBody>
      </p:sp>
    </p:spTree>
    <p:extLst>
      <p:ext uri="{BB962C8B-B14F-4D97-AF65-F5344CB8AC3E}">
        <p14:creationId xmlns:p14="http://schemas.microsoft.com/office/powerpoint/2010/main" val="1638944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p:txBody>
          <a:bodyPr/>
          <a:lstStyle/>
          <a:p>
            <a:r>
              <a:rPr lang="en-US" sz="3200" b="1" dirty="0">
                <a:solidFill>
                  <a:srgbClr val="C00000"/>
                </a:solidFill>
                <a:latin typeface="Apple Chancery" panose="03020702040506060504" pitchFamily="66" charset="0"/>
              </a:rPr>
              <a:t>About Conflict</a:t>
            </a:r>
          </a:p>
        </p:txBody>
      </p:sp>
      <p:sp>
        <p:nvSpPr>
          <p:cNvPr id="3" name="Rectangle 2">
            <a:extLst>
              <a:ext uri="{FF2B5EF4-FFF2-40B4-BE49-F238E27FC236}">
                <a16:creationId xmlns:a16="http://schemas.microsoft.com/office/drawing/2014/main" id="{97A88BCF-5E3D-DBA1-E061-5C31101935E9}"/>
              </a:ext>
            </a:extLst>
          </p:cNvPr>
          <p:cNvSpPr/>
          <p:nvPr/>
        </p:nvSpPr>
        <p:spPr>
          <a:xfrm>
            <a:off x="1405890" y="932723"/>
            <a:ext cx="9743890" cy="280397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latin typeface="Abadi" panose="020B0604020104020204" pitchFamily="34" charset="0"/>
              </a:rPr>
              <a:t>Conflict is a process that begins when one party perceives that another party has negatively affected, or is about to negatively affect, something that the first party cares about”.</a:t>
            </a:r>
          </a:p>
          <a:p>
            <a:pPr marL="285750" indent="-285750" algn="just">
              <a:lnSpc>
                <a:spcPct val="150000"/>
              </a:lnSpc>
              <a:buFont typeface="Arial" panose="020B0604020202020204" pitchFamily="34" charset="0"/>
              <a:buChar char="•"/>
            </a:pPr>
            <a:r>
              <a:rPr lang="en-US" sz="2400" dirty="0">
                <a:solidFill>
                  <a:srgbClr val="0070C0"/>
                </a:solidFill>
                <a:latin typeface="Abadi" panose="020B0604020104020204" pitchFamily="34" charset="0"/>
              </a:rPr>
              <a:t>Conflict is an inevitable and unavoidable part of our every day professional and personal lives.</a:t>
            </a:r>
          </a:p>
        </p:txBody>
      </p:sp>
      <p:pic>
        <p:nvPicPr>
          <p:cNvPr id="6" name="Picture 5">
            <a:extLst>
              <a:ext uri="{FF2B5EF4-FFF2-40B4-BE49-F238E27FC236}">
                <a16:creationId xmlns:a16="http://schemas.microsoft.com/office/drawing/2014/main" id="{D9A7C108-CA8C-9D59-CAB2-0C301C5F6A79}"/>
              </a:ext>
            </a:extLst>
          </p:cNvPr>
          <p:cNvPicPr>
            <a:picLocks noChangeAspect="1"/>
          </p:cNvPicPr>
          <p:nvPr/>
        </p:nvPicPr>
        <p:blipFill rotWithShape="1">
          <a:blip r:embed="rId2"/>
          <a:srcRect l="29758" t="40641" r="50000" b="40210"/>
          <a:stretch/>
        </p:blipFill>
        <p:spPr>
          <a:xfrm>
            <a:off x="7430726" y="4080112"/>
            <a:ext cx="3719054" cy="1978063"/>
          </a:xfrm>
          <a:prstGeom prst="rect">
            <a:avLst/>
          </a:prstGeom>
        </p:spPr>
      </p:pic>
      <p:pic>
        <p:nvPicPr>
          <p:cNvPr id="7" name="Picture 2">
            <a:extLst>
              <a:ext uri="{FF2B5EF4-FFF2-40B4-BE49-F238E27FC236}">
                <a16:creationId xmlns:a16="http://schemas.microsoft.com/office/drawing/2014/main" id="{5E44F32E-94D4-9DD2-A6D2-7DDCF52E1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43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ow to Quickly Spot Causes of Conflict in the Workplace">
            <a:extLst>
              <a:ext uri="{FF2B5EF4-FFF2-40B4-BE49-F238E27FC236}">
                <a16:creationId xmlns:a16="http://schemas.microsoft.com/office/drawing/2014/main" id="{3495A2E1-69C1-92A8-533B-E3F3C7C63E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817" y="684156"/>
            <a:ext cx="10082366" cy="548968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85ACCA25-16D2-9706-91B3-7BFB52DFF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60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EA6C8B6-EF64-C8C4-99C3-B6192023B0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0D222D2A-BC5E-3190-FE24-7AF46272D609}"/>
              </a:ext>
            </a:extLst>
          </p:cNvPr>
          <p:cNvGraphicFramePr/>
          <p:nvPr>
            <p:extLst>
              <p:ext uri="{D42A27DB-BD31-4B8C-83A1-F6EECF244321}">
                <p14:modId xmlns:p14="http://schemas.microsoft.com/office/powerpoint/2010/main" val="1170438885"/>
              </p:ext>
            </p:extLst>
          </p:nvPr>
        </p:nvGraphicFramePr>
        <p:xfrm>
          <a:off x="2113909" y="1045241"/>
          <a:ext cx="7372555" cy="52497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 Placeholder 1">
            <a:extLst>
              <a:ext uri="{FF2B5EF4-FFF2-40B4-BE49-F238E27FC236}">
                <a16:creationId xmlns:a16="http://schemas.microsoft.com/office/drawing/2014/main" id="{83AB4171-C52D-36A8-FB19-3E78CDC64B3B}"/>
              </a:ext>
            </a:extLst>
          </p:cNvPr>
          <p:cNvSpPr>
            <a:spLocks noGrp="1"/>
          </p:cNvSpPr>
          <p:nvPr>
            <p:ph type="body" sz="quarter" idx="10"/>
          </p:nvPr>
        </p:nvSpPr>
        <p:spPr>
          <a:xfrm>
            <a:off x="1858366" y="118816"/>
            <a:ext cx="7883642" cy="768085"/>
          </a:xfrm>
        </p:spPr>
        <p:txBody>
          <a:bodyPr/>
          <a:lstStyle/>
          <a:p>
            <a:r>
              <a:rPr lang="en-US" sz="3200" b="1" dirty="0">
                <a:solidFill>
                  <a:srgbClr val="C00000"/>
                </a:solidFill>
                <a:latin typeface="Abadi" panose="020B0604020104020204" pitchFamily="34" charset="0"/>
              </a:rPr>
              <a:t>Sources of Conflict</a:t>
            </a:r>
          </a:p>
        </p:txBody>
      </p:sp>
    </p:spTree>
    <p:extLst>
      <p:ext uri="{BB962C8B-B14F-4D97-AF65-F5344CB8AC3E}">
        <p14:creationId xmlns:p14="http://schemas.microsoft.com/office/powerpoint/2010/main" val="1219455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EA6C8B6-EF64-C8C4-99C3-B6192023B0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
            <a:extLst>
              <a:ext uri="{FF2B5EF4-FFF2-40B4-BE49-F238E27FC236}">
                <a16:creationId xmlns:a16="http://schemas.microsoft.com/office/drawing/2014/main" id="{83AB4171-C52D-36A8-FB19-3E78CDC64B3B}"/>
              </a:ext>
            </a:extLst>
          </p:cNvPr>
          <p:cNvSpPr>
            <a:spLocks noGrp="1"/>
          </p:cNvSpPr>
          <p:nvPr>
            <p:ph type="body" sz="quarter" idx="10"/>
          </p:nvPr>
        </p:nvSpPr>
        <p:spPr>
          <a:xfrm>
            <a:off x="1858366" y="118816"/>
            <a:ext cx="7883642" cy="768085"/>
          </a:xfrm>
        </p:spPr>
        <p:txBody>
          <a:bodyPr/>
          <a:lstStyle/>
          <a:p>
            <a:r>
              <a:rPr lang="en-US" sz="3200" b="1" dirty="0">
                <a:solidFill>
                  <a:srgbClr val="C00000"/>
                </a:solidFill>
                <a:latin typeface="Abadi" panose="020B0604020104020204" pitchFamily="34" charset="0"/>
              </a:rPr>
              <a:t>Functional Vs Dysfunctional Conflict</a:t>
            </a:r>
          </a:p>
        </p:txBody>
      </p:sp>
      <p:pic>
        <p:nvPicPr>
          <p:cNvPr id="1026" name="Picture 2" descr="Functional Vs. Dysfunctional Conflict - SAINT TWENTY">
            <a:extLst>
              <a:ext uri="{FF2B5EF4-FFF2-40B4-BE49-F238E27FC236}">
                <a16:creationId xmlns:a16="http://schemas.microsoft.com/office/drawing/2014/main" id="{37A38777-6C71-7D1E-445D-DBB4EF95C7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151" b="10108"/>
          <a:stretch/>
        </p:blipFill>
        <p:spPr bwMode="auto">
          <a:xfrm>
            <a:off x="2481236" y="1068725"/>
            <a:ext cx="7005228" cy="4770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105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8" name="Line 4"/>
          <p:cNvSpPr>
            <a:spLocks noChangeShapeType="1"/>
          </p:cNvSpPr>
          <p:nvPr/>
        </p:nvSpPr>
        <p:spPr bwMode="auto">
          <a:xfrm>
            <a:off x="1774826" y="3878566"/>
            <a:ext cx="88931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0" name="Line 6"/>
          <p:cNvSpPr>
            <a:spLocks noChangeShapeType="1"/>
          </p:cNvSpPr>
          <p:nvPr/>
        </p:nvSpPr>
        <p:spPr bwMode="auto">
          <a:xfrm>
            <a:off x="6527800" y="1359203"/>
            <a:ext cx="0" cy="5327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1" name="Text Box 7"/>
          <p:cNvSpPr txBox="1">
            <a:spLocks noChangeArrowheads="1"/>
          </p:cNvSpPr>
          <p:nvPr/>
        </p:nvSpPr>
        <p:spPr bwMode="auto">
          <a:xfrm>
            <a:off x="2782889" y="1070279"/>
            <a:ext cx="2300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goals</a:t>
            </a:r>
          </a:p>
        </p:txBody>
      </p:sp>
      <p:sp>
        <p:nvSpPr>
          <p:cNvPr id="31752" name="Text Box 8"/>
          <p:cNvSpPr txBox="1">
            <a:spLocks noChangeArrowheads="1"/>
          </p:cNvSpPr>
          <p:nvPr/>
        </p:nvSpPr>
        <p:spPr bwMode="auto">
          <a:xfrm>
            <a:off x="7608889" y="1070278"/>
            <a:ext cx="2505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goals</a:t>
            </a:r>
          </a:p>
        </p:txBody>
      </p:sp>
      <p:sp>
        <p:nvSpPr>
          <p:cNvPr id="31753" name="Text Box 9"/>
          <p:cNvSpPr txBox="1">
            <a:spLocks noChangeArrowheads="1"/>
          </p:cNvSpPr>
          <p:nvPr/>
        </p:nvSpPr>
        <p:spPr bwMode="auto">
          <a:xfrm rot="-5400000">
            <a:off x="1189038" y="4969179"/>
            <a:ext cx="1873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behaviour</a:t>
            </a:r>
          </a:p>
        </p:txBody>
      </p:sp>
      <p:sp>
        <p:nvSpPr>
          <p:cNvPr id="31754" name="Text Box 10"/>
          <p:cNvSpPr txBox="1">
            <a:spLocks noChangeArrowheads="1"/>
          </p:cNvSpPr>
          <p:nvPr/>
        </p:nvSpPr>
        <p:spPr bwMode="auto">
          <a:xfrm rot="-5400000">
            <a:off x="1168401" y="2325991"/>
            <a:ext cx="1771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behaviour</a:t>
            </a:r>
          </a:p>
        </p:txBody>
      </p:sp>
      <p:pic>
        <p:nvPicPr>
          <p:cNvPr id="3175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613" y="1503666"/>
            <a:ext cx="1644650"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3563" y="1503667"/>
            <a:ext cx="1524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0" y="4096053"/>
            <a:ext cx="15684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6588" y="4096053"/>
            <a:ext cx="15049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9" name="Text Box 15"/>
          <p:cNvSpPr txBox="1">
            <a:spLocks noChangeArrowheads="1"/>
          </p:cNvSpPr>
          <p:nvPr/>
        </p:nvSpPr>
        <p:spPr bwMode="auto">
          <a:xfrm>
            <a:off x="3575050" y="3349929"/>
            <a:ext cx="1657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No conflict</a:t>
            </a:r>
          </a:p>
        </p:txBody>
      </p:sp>
      <p:sp>
        <p:nvSpPr>
          <p:cNvPr id="31760" name="Text Box 16"/>
          <p:cNvSpPr txBox="1">
            <a:spLocks noChangeArrowheads="1"/>
          </p:cNvSpPr>
          <p:nvPr/>
        </p:nvSpPr>
        <p:spPr bwMode="auto">
          <a:xfrm>
            <a:off x="8112126" y="3375329"/>
            <a:ext cx="1749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Latent conflict</a:t>
            </a:r>
          </a:p>
        </p:txBody>
      </p:sp>
      <p:sp>
        <p:nvSpPr>
          <p:cNvPr id="31761" name="Text Box 17"/>
          <p:cNvSpPr txBox="1">
            <a:spLocks noChangeArrowheads="1"/>
          </p:cNvSpPr>
          <p:nvPr/>
        </p:nvSpPr>
        <p:spPr bwMode="auto">
          <a:xfrm>
            <a:off x="3359150" y="6183617"/>
            <a:ext cx="1944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Surface conflict</a:t>
            </a:r>
          </a:p>
        </p:txBody>
      </p:sp>
      <p:sp>
        <p:nvSpPr>
          <p:cNvPr id="31762" name="Text Box 18"/>
          <p:cNvSpPr txBox="1">
            <a:spLocks noChangeArrowheads="1"/>
          </p:cNvSpPr>
          <p:nvPr/>
        </p:nvSpPr>
        <p:spPr bwMode="auto">
          <a:xfrm>
            <a:off x="8254268" y="6183617"/>
            <a:ext cx="172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Open conflict</a:t>
            </a:r>
          </a:p>
        </p:txBody>
      </p:sp>
      <p:sp>
        <p:nvSpPr>
          <p:cNvPr id="2" name="Text Placeholder 1">
            <a:extLst>
              <a:ext uri="{FF2B5EF4-FFF2-40B4-BE49-F238E27FC236}">
                <a16:creationId xmlns:a16="http://schemas.microsoft.com/office/drawing/2014/main" id="{93AA5906-5A53-B0D2-E48F-E8C09CFABDF4}"/>
              </a:ext>
            </a:extLst>
          </p:cNvPr>
          <p:cNvSpPr txBox="1">
            <a:spLocks/>
          </p:cNvSpPr>
          <p:nvPr/>
        </p:nvSpPr>
        <p:spPr>
          <a:xfrm>
            <a:off x="2405064" y="55693"/>
            <a:ext cx="7883642" cy="76808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dirty="0">
                <a:solidFill>
                  <a:srgbClr val="C00000"/>
                </a:solidFill>
                <a:latin typeface="Abadi" panose="020B0604020104020204" pitchFamily="34" charset="0"/>
              </a:rPr>
              <a:t>Types of Conflict</a:t>
            </a:r>
          </a:p>
        </p:txBody>
      </p:sp>
      <p:pic>
        <p:nvPicPr>
          <p:cNvPr id="6" name="Picture 2">
            <a:extLst>
              <a:ext uri="{FF2B5EF4-FFF2-40B4-BE49-F238E27FC236}">
                <a16:creationId xmlns:a16="http://schemas.microsoft.com/office/drawing/2014/main" id="{B92B5F13-FBD9-2813-4785-3CA7E4D4D2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972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8" name="Line 4"/>
          <p:cNvSpPr>
            <a:spLocks noChangeShapeType="1"/>
          </p:cNvSpPr>
          <p:nvPr/>
        </p:nvSpPr>
        <p:spPr bwMode="auto">
          <a:xfrm>
            <a:off x="1774826" y="3716338"/>
            <a:ext cx="88931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0" name="Line 6"/>
          <p:cNvSpPr>
            <a:spLocks noChangeShapeType="1"/>
          </p:cNvSpPr>
          <p:nvPr/>
        </p:nvSpPr>
        <p:spPr bwMode="auto">
          <a:xfrm>
            <a:off x="6527800" y="1196975"/>
            <a:ext cx="0" cy="5327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1" name="Text Box 7"/>
          <p:cNvSpPr txBox="1">
            <a:spLocks noChangeArrowheads="1"/>
          </p:cNvSpPr>
          <p:nvPr/>
        </p:nvSpPr>
        <p:spPr bwMode="auto">
          <a:xfrm>
            <a:off x="2782889" y="908051"/>
            <a:ext cx="2300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goals</a:t>
            </a:r>
          </a:p>
        </p:txBody>
      </p:sp>
      <p:sp>
        <p:nvSpPr>
          <p:cNvPr id="31752" name="Text Box 8"/>
          <p:cNvSpPr txBox="1">
            <a:spLocks noChangeArrowheads="1"/>
          </p:cNvSpPr>
          <p:nvPr/>
        </p:nvSpPr>
        <p:spPr bwMode="auto">
          <a:xfrm>
            <a:off x="7608889" y="908050"/>
            <a:ext cx="2505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goals</a:t>
            </a:r>
          </a:p>
        </p:txBody>
      </p:sp>
      <p:sp>
        <p:nvSpPr>
          <p:cNvPr id="31753" name="Text Box 9"/>
          <p:cNvSpPr txBox="1">
            <a:spLocks noChangeArrowheads="1"/>
          </p:cNvSpPr>
          <p:nvPr/>
        </p:nvSpPr>
        <p:spPr bwMode="auto">
          <a:xfrm rot="-5400000">
            <a:off x="1189038" y="4806951"/>
            <a:ext cx="1873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behaviour</a:t>
            </a:r>
          </a:p>
        </p:txBody>
      </p:sp>
      <p:sp>
        <p:nvSpPr>
          <p:cNvPr id="31754" name="Text Box 10"/>
          <p:cNvSpPr txBox="1">
            <a:spLocks noChangeArrowheads="1"/>
          </p:cNvSpPr>
          <p:nvPr/>
        </p:nvSpPr>
        <p:spPr bwMode="auto">
          <a:xfrm rot="-5400000">
            <a:off x="1168401" y="2163763"/>
            <a:ext cx="1771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behaviour</a:t>
            </a:r>
          </a:p>
        </p:txBody>
      </p:sp>
      <p:pic>
        <p:nvPicPr>
          <p:cNvPr id="3175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613" y="1341438"/>
            <a:ext cx="1644650"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3563" y="1341439"/>
            <a:ext cx="1524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0" y="3933825"/>
            <a:ext cx="15684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6588" y="3933825"/>
            <a:ext cx="15049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9" name="Text Box 15"/>
          <p:cNvSpPr txBox="1">
            <a:spLocks noChangeArrowheads="1"/>
          </p:cNvSpPr>
          <p:nvPr/>
        </p:nvSpPr>
        <p:spPr bwMode="auto">
          <a:xfrm>
            <a:off x="3575050" y="3187701"/>
            <a:ext cx="1657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No conflict</a:t>
            </a:r>
          </a:p>
        </p:txBody>
      </p:sp>
      <p:sp>
        <p:nvSpPr>
          <p:cNvPr id="31760" name="Text Box 16"/>
          <p:cNvSpPr txBox="1">
            <a:spLocks noChangeArrowheads="1"/>
          </p:cNvSpPr>
          <p:nvPr/>
        </p:nvSpPr>
        <p:spPr bwMode="auto">
          <a:xfrm>
            <a:off x="8112126" y="3213101"/>
            <a:ext cx="1749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Latent conflict</a:t>
            </a:r>
          </a:p>
        </p:txBody>
      </p:sp>
      <p:sp>
        <p:nvSpPr>
          <p:cNvPr id="31761" name="Text Box 17"/>
          <p:cNvSpPr txBox="1">
            <a:spLocks noChangeArrowheads="1"/>
          </p:cNvSpPr>
          <p:nvPr/>
        </p:nvSpPr>
        <p:spPr bwMode="auto">
          <a:xfrm>
            <a:off x="3359150" y="6021389"/>
            <a:ext cx="1944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Surface conflict</a:t>
            </a:r>
          </a:p>
        </p:txBody>
      </p:sp>
      <p:sp>
        <p:nvSpPr>
          <p:cNvPr id="31762" name="Text Box 18"/>
          <p:cNvSpPr txBox="1">
            <a:spLocks noChangeArrowheads="1"/>
          </p:cNvSpPr>
          <p:nvPr/>
        </p:nvSpPr>
        <p:spPr bwMode="auto">
          <a:xfrm>
            <a:off x="8254268" y="6021389"/>
            <a:ext cx="172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Open conflict</a:t>
            </a:r>
          </a:p>
        </p:txBody>
      </p:sp>
      <p:sp>
        <p:nvSpPr>
          <p:cNvPr id="2" name="Left Arrow 1"/>
          <p:cNvSpPr/>
          <p:nvPr/>
        </p:nvSpPr>
        <p:spPr>
          <a:xfrm>
            <a:off x="5083175" y="1338442"/>
            <a:ext cx="6752509" cy="174289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ill Sans MT" charset="0"/>
                <a:ea typeface="Gill Sans MT" charset="0"/>
                <a:cs typeface="Gill Sans MT" charset="0"/>
              </a:rPr>
              <a:t>When goals and </a:t>
            </a:r>
            <a:r>
              <a:rPr lang="en-US" sz="2400" dirty="0" err="1">
                <a:solidFill>
                  <a:schemeClr val="bg1"/>
                </a:solidFill>
                <a:latin typeface="Gill Sans MT" charset="0"/>
                <a:ea typeface="Gill Sans MT" charset="0"/>
                <a:cs typeface="Gill Sans MT" charset="0"/>
              </a:rPr>
              <a:t>behaviour</a:t>
            </a:r>
            <a:r>
              <a:rPr lang="en-US" sz="2400" dirty="0">
                <a:solidFill>
                  <a:schemeClr val="bg1"/>
                </a:solidFill>
                <a:latin typeface="Gill Sans MT" charset="0"/>
                <a:ea typeface="Gill Sans MT" charset="0"/>
                <a:cs typeface="Gill Sans MT" charset="0"/>
              </a:rPr>
              <a:t> are compatible, there is no conflict</a:t>
            </a:r>
          </a:p>
        </p:txBody>
      </p:sp>
      <p:pic>
        <p:nvPicPr>
          <p:cNvPr id="6" name="Picture 2">
            <a:extLst>
              <a:ext uri="{FF2B5EF4-FFF2-40B4-BE49-F238E27FC236}">
                <a16:creationId xmlns:a16="http://schemas.microsoft.com/office/drawing/2014/main" id="{B4367A35-A876-83EC-5B3E-4631ADA9C7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268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8" name="Line 4"/>
          <p:cNvSpPr>
            <a:spLocks noChangeShapeType="1"/>
          </p:cNvSpPr>
          <p:nvPr/>
        </p:nvSpPr>
        <p:spPr bwMode="auto">
          <a:xfrm>
            <a:off x="1774826" y="3716338"/>
            <a:ext cx="88931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0" name="Line 6"/>
          <p:cNvSpPr>
            <a:spLocks noChangeShapeType="1"/>
          </p:cNvSpPr>
          <p:nvPr/>
        </p:nvSpPr>
        <p:spPr bwMode="auto">
          <a:xfrm>
            <a:off x="6527800" y="1196975"/>
            <a:ext cx="0" cy="5327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1" name="Text Box 7"/>
          <p:cNvSpPr txBox="1">
            <a:spLocks noChangeArrowheads="1"/>
          </p:cNvSpPr>
          <p:nvPr/>
        </p:nvSpPr>
        <p:spPr bwMode="auto">
          <a:xfrm>
            <a:off x="2782889" y="908051"/>
            <a:ext cx="2300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goals</a:t>
            </a:r>
          </a:p>
        </p:txBody>
      </p:sp>
      <p:sp>
        <p:nvSpPr>
          <p:cNvPr id="31752" name="Text Box 8"/>
          <p:cNvSpPr txBox="1">
            <a:spLocks noChangeArrowheads="1"/>
          </p:cNvSpPr>
          <p:nvPr/>
        </p:nvSpPr>
        <p:spPr bwMode="auto">
          <a:xfrm>
            <a:off x="7608889" y="908050"/>
            <a:ext cx="2505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goals</a:t>
            </a:r>
          </a:p>
        </p:txBody>
      </p:sp>
      <p:sp>
        <p:nvSpPr>
          <p:cNvPr id="31753" name="Text Box 9"/>
          <p:cNvSpPr txBox="1">
            <a:spLocks noChangeArrowheads="1"/>
          </p:cNvSpPr>
          <p:nvPr/>
        </p:nvSpPr>
        <p:spPr bwMode="auto">
          <a:xfrm rot="-5400000">
            <a:off x="1189038" y="4806951"/>
            <a:ext cx="1873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behaviour</a:t>
            </a:r>
          </a:p>
        </p:txBody>
      </p:sp>
      <p:sp>
        <p:nvSpPr>
          <p:cNvPr id="31754" name="Text Box 10"/>
          <p:cNvSpPr txBox="1">
            <a:spLocks noChangeArrowheads="1"/>
          </p:cNvSpPr>
          <p:nvPr/>
        </p:nvSpPr>
        <p:spPr bwMode="auto">
          <a:xfrm rot="-5400000">
            <a:off x="1168401" y="2163763"/>
            <a:ext cx="1771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behaviour</a:t>
            </a:r>
          </a:p>
        </p:txBody>
      </p:sp>
      <p:pic>
        <p:nvPicPr>
          <p:cNvPr id="3175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613" y="1341438"/>
            <a:ext cx="1644650"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3563" y="1341439"/>
            <a:ext cx="1524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0" y="3933825"/>
            <a:ext cx="15684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6588" y="3933825"/>
            <a:ext cx="15049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9" name="Text Box 15"/>
          <p:cNvSpPr txBox="1">
            <a:spLocks noChangeArrowheads="1"/>
          </p:cNvSpPr>
          <p:nvPr/>
        </p:nvSpPr>
        <p:spPr bwMode="auto">
          <a:xfrm>
            <a:off x="3575050" y="3187701"/>
            <a:ext cx="1657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No conflict</a:t>
            </a:r>
          </a:p>
        </p:txBody>
      </p:sp>
      <p:sp>
        <p:nvSpPr>
          <p:cNvPr id="31760" name="Text Box 16"/>
          <p:cNvSpPr txBox="1">
            <a:spLocks noChangeArrowheads="1"/>
          </p:cNvSpPr>
          <p:nvPr/>
        </p:nvSpPr>
        <p:spPr bwMode="auto">
          <a:xfrm>
            <a:off x="8112126" y="3213101"/>
            <a:ext cx="1749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Latent conflict</a:t>
            </a:r>
          </a:p>
        </p:txBody>
      </p:sp>
      <p:sp>
        <p:nvSpPr>
          <p:cNvPr id="31761" name="Text Box 17"/>
          <p:cNvSpPr txBox="1">
            <a:spLocks noChangeArrowheads="1"/>
          </p:cNvSpPr>
          <p:nvPr/>
        </p:nvSpPr>
        <p:spPr bwMode="auto">
          <a:xfrm>
            <a:off x="3359150" y="6021389"/>
            <a:ext cx="1944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Surface conflict</a:t>
            </a:r>
          </a:p>
        </p:txBody>
      </p:sp>
      <p:sp>
        <p:nvSpPr>
          <p:cNvPr id="31762" name="Text Box 18"/>
          <p:cNvSpPr txBox="1">
            <a:spLocks noChangeArrowheads="1"/>
          </p:cNvSpPr>
          <p:nvPr/>
        </p:nvSpPr>
        <p:spPr bwMode="auto">
          <a:xfrm>
            <a:off x="8254268" y="6021389"/>
            <a:ext cx="172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Open conflict</a:t>
            </a:r>
          </a:p>
        </p:txBody>
      </p:sp>
      <p:sp>
        <p:nvSpPr>
          <p:cNvPr id="4" name="Right Arrow 3"/>
          <p:cNvSpPr/>
          <p:nvPr/>
        </p:nvSpPr>
        <p:spPr>
          <a:xfrm>
            <a:off x="743750" y="1196975"/>
            <a:ext cx="7439814" cy="22606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charset="0"/>
                <a:ea typeface="Gill Sans MT" charset="0"/>
                <a:cs typeface="Gill Sans MT" charset="0"/>
              </a:rPr>
              <a:t>Latent conflict is when </a:t>
            </a:r>
            <a:r>
              <a:rPr lang="en-US" sz="2400" dirty="0" err="1">
                <a:latin typeface="Gill Sans MT" charset="0"/>
                <a:ea typeface="Gill Sans MT" charset="0"/>
                <a:cs typeface="Gill Sans MT" charset="0"/>
              </a:rPr>
              <a:t>behaviour</a:t>
            </a:r>
            <a:r>
              <a:rPr lang="en-US" sz="2400" dirty="0">
                <a:latin typeface="Gill Sans MT" charset="0"/>
                <a:ea typeface="Gill Sans MT" charset="0"/>
                <a:cs typeface="Gill Sans MT" charset="0"/>
              </a:rPr>
              <a:t> is apparently compatible, but goals are not. The latent conflict may need to be brought to the surface to be resolved</a:t>
            </a:r>
          </a:p>
        </p:txBody>
      </p:sp>
      <p:pic>
        <p:nvPicPr>
          <p:cNvPr id="2" name="Picture 2">
            <a:extLst>
              <a:ext uri="{FF2B5EF4-FFF2-40B4-BE49-F238E27FC236}">
                <a16:creationId xmlns:a16="http://schemas.microsoft.com/office/drawing/2014/main" id="{A11B45FB-4410-28AC-3597-674249BB27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567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8" name="Line 4"/>
          <p:cNvSpPr>
            <a:spLocks noChangeShapeType="1"/>
          </p:cNvSpPr>
          <p:nvPr/>
        </p:nvSpPr>
        <p:spPr bwMode="auto">
          <a:xfrm>
            <a:off x="1774826" y="3716338"/>
            <a:ext cx="88931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0" name="Line 6"/>
          <p:cNvSpPr>
            <a:spLocks noChangeShapeType="1"/>
          </p:cNvSpPr>
          <p:nvPr/>
        </p:nvSpPr>
        <p:spPr bwMode="auto">
          <a:xfrm>
            <a:off x="6527800" y="1196975"/>
            <a:ext cx="0" cy="5327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1" name="Text Box 7"/>
          <p:cNvSpPr txBox="1">
            <a:spLocks noChangeArrowheads="1"/>
          </p:cNvSpPr>
          <p:nvPr/>
        </p:nvSpPr>
        <p:spPr bwMode="auto">
          <a:xfrm>
            <a:off x="2782889" y="908051"/>
            <a:ext cx="2300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goals</a:t>
            </a:r>
          </a:p>
        </p:txBody>
      </p:sp>
      <p:sp>
        <p:nvSpPr>
          <p:cNvPr id="31752" name="Text Box 8"/>
          <p:cNvSpPr txBox="1">
            <a:spLocks noChangeArrowheads="1"/>
          </p:cNvSpPr>
          <p:nvPr/>
        </p:nvSpPr>
        <p:spPr bwMode="auto">
          <a:xfrm>
            <a:off x="7608889" y="908050"/>
            <a:ext cx="2505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goals</a:t>
            </a:r>
          </a:p>
        </p:txBody>
      </p:sp>
      <p:sp>
        <p:nvSpPr>
          <p:cNvPr id="31753" name="Text Box 9"/>
          <p:cNvSpPr txBox="1">
            <a:spLocks noChangeArrowheads="1"/>
          </p:cNvSpPr>
          <p:nvPr/>
        </p:nvSpPr>
        <p:spPr bwMode="auto">
          <a:xfrm rot="-5400000">
            <a:off x="1189038" y="4806951"/>
            <a:ext cx="1873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behaviour</a:t>
            </a:r>
          </a:p>
        </p:txBody>
      </p:sp>
      <p:sp>
        <p:nvSpPr>
          <p:cNvPr id="31754" name="Text Box 10"/>
          <p:cNvSpPr txBox="1">
            <a:spLocks noChangeArrowheads="1"/>
          </p:cNvSpPr>
          <p:nvPr/>
        </p:nvSpPr>
        <p:spPr bwMode="auto">
          <a:xfrm rot="-5400000">
            <a:off x="1168401" y="2163763"/>
            <a:ext cx="1771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behaviour</a:t>
            </a:r>
          </a:p>
        </p:txBody>
      </p:sp>
      <p:pic>
        <p:nvPicPr>
          <p:cNvPr id="3175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613" y="1341438"/>
            <a:ext cx="1644650"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3563" y="1341439"/>
            <a:ext cx="1524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0" y="3933825"/>
            <a:ext cx="15684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6588" y="3933825"/>
            <a:ext cx="15049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9" name="Text Box 15"/>
          <p:cNvSpPr txBox="1">
            <a:spLocks noChangeArrowheads="1"/>
          </p:cNvSpPr>
          <p:nvPr/>
        </p:nvSpPr>
        <p:spPr bwMode="auto">
          <a:xfrm>
            <a:off x="3575050" y="3187701"/>
            <a:ext cx="1657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No conflict</a:t>
            </a:r>
          </a:p>
        </p:txBody>
      </p:sp>
      <p:sp>
        <p:nvSpPr>
          <p:cNvPr id="31760" name="Text Box 16"/>
          <p:cNvSpPr txBox="1">
            <a:spLocks noChangeArrowheads="1"/>
          </p:cNvSpPr>
          <p:nvPr/>
        </p:nvSpPr>
        <p:spPr bwMode="auto">
          <a:xfrm>
            <a:off x="8112126" y="3213101"/>
            <a:ext cx="1749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Latent conflict</a:t>
            </a:r>
          </a:p>
        </p:txBody>
      </p:sp>
      <p:sp>
        <p:nvSpPr>
          <p:cNvPr id="31761" name="Text Box 17"/>
          <p:cNvSpPr txBox="1">
            <a:spLocks noChangeArrowheads="1"/>
          </p:cNvSpPr>
          <p:nvPr/>
        </p:nvSpPr>
        <p:spPr bwMode="auto">
          <a:xfrm>
            <a:off x="3359150" y="6021389"/>
            <a:ext cx="1944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Surface conflict</a:t>
            </a:r>
          </a:p>
        </p:txBody>
      </p:sp>
      <p:sp>
        <p:nvSpPr>
          <p:cNvPr id="31762" name="Text Box 18"/>
          <p:cNvSpPr txBox="1">
            <a:spLocks noChangeArrowheads="1"/>
          </p:cNvSpPr>
          <p:nvPr/>
        </p:nvSpPr>
        <p:spPr bwMode="auto">
          <a:xfrm>
            <a:off x="8254268" y="6021389"/>
            <a:ext cx="172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Open conflict</a:t>
            </a:r>
          </a:p>
        </p:txBody>
      </p:sp>
      <p:sp>
        <p:nvSpPr>
          <p:cNvPr id="2" name="Left Arrow 1"/>
          <p:cNvSpPr/>
          <p:nvPr/>
        </p:nvSpPr>
        <p:spPr>
          <a:xfrm>
            <a:off x="4829578" y="3141665"/>
            <a:ext cx="7199290" cy="295275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ill Sans MT" charset="0"/>
                <a:ea typeface="Gill Sans MT" charset="0"/>
                <a:cs typeface="Gill Sans MT" charset="0"/>
              </a:rPr>
              <a:t>When goals are compatible but </a:t>
            </a:r>
            <a:r>
              <a:rPr lang="en-US" sz="2400" dirty="0" err="1">
                <a:solidFill>
                  <a:schemeClr val="bg1"/>
                </a:solidFill>
                <a:latin typeface="Gill Sans MT" charset="0"/>
                <a:ea typeface="Gill Sans MT" charset="0"/>
                <a:cs typeface="Gill Sans MT" charset="0"/>
              </a:rPr>
              <a:t>behaviour</a:t>
            </a:r>
            <a:r>
              <a:rPr lang="en-US" sz="2400" dirty="0">
                <a:solidFill>
                  <a:schemeClr val="bg1"/>
                </a:solidFill>
                <a:latin typeface="Gill Sans MT" charset="0"/>
                <a:ea typeface="Gill Sans MT" charset="0"/>
                <a:cs typeface="Gill Sans MT" charset="0"/>
              </a:rPr>
              <a:t> is not, this results in surface conflict. This kind of shallow conflict can often be resolved with good communication</a:t>
            </a:r>
          </a:p>
        </p:txBody>
      </p:sp>
      <p:pic>
        <p:nvPicPr>
          <p:cNvPr id="6" name="Picture 2">
            <a:extLst>
              <a:ext uri="{FF2B5EF4-FFF2-40B4-BE49-F238E27FC236}">
                <a16:creationId xmlns:a16="http://schemas.microsoft.com/office/drawing/2014/main" id="{E5191D53-360B-AF31-137C-62E569494F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4529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8" name="Line 4"/>
          <p:cNvSpPr>
            <a:spLocks noChangeShapeType="1"/>
          </p:cNvSpPr>
          <p:nvPr/>
        </p:nvSpPr>
        <p:spPr bwMode="auto">
          <a:xfrm>
            <a:off x="1774826" y="3716338"/>
            <a:ext cx="88931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0" name="Line 6"/>
          <p:cNvSpPr>
            <a:spLocks noChangeShapeType="1"/>
          </p:cNvSpPr>
          <p:nvPr/>
        </p:nvSpPr>
        <p:spPr bwMode="auto">
          <a:xfrm>
            <a:off x="6527800" y="1196975"/>
            <a:ext cx="0" cy="5327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31751" name="Text Box 7"/>
          <p:cNvSpPr txBox="1">
            <a:spLocks noChangeArrowheads="1"/>
          </p:cNvSpPr>
          <p:nvPr/>
        </p:nvSpPr>
        <p:spPr bwMode="auto">
          <a:xfrm>
            <a:off x="2782889" y="908051"/>
            <a:ext cx="2300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goals</a:t>
            </a:r>
          </a:p>
        </p:txBody>
      </p:sp>
      <p:sp>
        <p:nvSpPr>
          <p:cNvPr id="31752" name="Text Box 8"/>
          <p:cNvSpPr txBox="1">
            <a:spLocks noChangeArrowheads="1"/>
          </p:cNvSpPr>
          <p:nvPr/>
        </p:nvSpPr>
        <p:spPr bwMode="auto">
          <a:xfrm>
            <a:off x="7608889" y="908050"/>
            <a:ext cx="2505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goals</a:t>
            </a:r>
          </a:p>
        </p:txBody>
      </p:sp>
      <p:sp>
        <p:nvSpPr>
          <p:cNvPr id="31753" name="Text Box 9"/>
          <p:cNvSpPr txBox="1">
            <a:spLocks noChangeArrowheads="1"/>
          </p:cNvSpPr>
          <p:nvPr/>
        </p:nvSpPr>
        <p:spPr bwMode="auto">
          <a:xfrm rot="-5400000">
            <a:off x="1189038" y="4806951"/>
            <a:ext cx="1873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Incompatible behaviour</a:t>
            </a:r>
          </a:p>
        </p:txBody>
      </p:sp>
      <p:sp>
        <p:nvSpPr>
          <p:cNvPr id="31754" name="Text Box 10"/>
          <p:cNvSpPr txBox="1">
            <a:spLocks noChangeArrowheads="1"/>
          </p:cNvSpPr>
          <p:nvPr/>
        </p:nvSpPr>
        <p:spPr bwMode="auto">
          <a:xfrm rot="-5400000">
            <a:off x="1168401" y="2163763"/>
            <a:ext cx="1771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b="1" dirty="0"/>
              <a:t>Compatible behaviour</a:t>
            </a:r>
          </a:p>
        </p:txBody>
      </p:sp>
      <p:pic>
        <p:nvPicPr>
          <p:cNvPr id="3175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613" y="1341438"/>
            <a:ext cx="1644650"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3563" y="1341439"/>
            <a:ext cx="1524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0" y="3933825"/>
            <a:ext cx="15684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6588" y="3933825"/>
            <a:ext cx="150495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9" name="Text Box 15"/>
          <p:cNvSpPr txBox="1">
            <a:spLocks noChangeArrowheads="1"/>
          </p:cNvSpPr>
          <p:nvPr/>
        </p:nvSpPr>
        <p:spPr bwMode="auto">
          <a:xfrm>
            <a:off x="3575050" y="3187701"/>
            <a:ext cx="1657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No conflict</a:t>
            </a:r>
          </a:p>
        </p:txBody>
      </p:sp>
      <p:sp>
        <p:nvSpPr>
          <p:cNvPr id="31760" name="Text Box 16"/>
          <p:cNvSpPr txBox="1">
            <a:spLocks noChangeArrowheads="1"/>
          </p:cNvSpPr>
          <p:nvPr/>
        </p:nvSpPr>
        <p:spPr bwMode="auto">
          <a:xfrm>
            <a:off x="8112126" y="3213101"/>
            <a:ext cx="1749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Latent conflict</a:t>
            </a:r>
          </a:p>
        </p:txBody>
      </p:sp>
      <p:sp>
        <p:nvSpPr>
          <p:cNvPr id="31761" name="Text Box 17"/>
          <p:cNvSpPr txBox="1">
            <a:spLocks noChangeArrowheads="1"/>
          </p:cNvSpPr>
          <p:nvPr/>
        </p:nvSpPr>
        <p:spPr bwMode="auto">
          <a:xfrm>
            <a:off x="3359150" y="6021389"/>
            <a:ext cx="1944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Surface conflict</a:t>
            </a:r>
          </a:p>
        </p:txBody>
      </p:sp>
      <p:sp>
        <p:nvSpPr>
          <p:cNvPr id="31762" name="Text Box 18"/>
          <p:cNvSpPr txBox="1">
            <a:spLocks noChangeArrowheads="1"/>
          </p:cNvSpPr>
          <p:nvPr/>
        </p:nvSpPr>
        <p:spPr bwMode="auto">
          <a:xfrm>
            <a:off x="8254268" y="6021389"/>
            <a:ext cx="172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r>
              <a:rPr lang="en-GB" altLang="en-US" sz="2000" dirty="0"/>
              <a:t>Open conflict</a:t>
            </a:r>
          </a:p>
        </p:txBody>
      </p:sp>
      <p:sp>
        <p:nvSpPr>
          <p:cNvPr id="4" name="Right Arrow 3"/>
          <p:cNvSpPr/>
          <p:nvPr/>
        </p:nvSpPr>
        <p:spPr>
          <a:xfrm>
            <a:off x="743749" y="3593386"/>
            <a:ext cx="7439814" cy="22606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Gill Sans MT" charset="0"/>
                <a:ea typeface="Gill Sans MT" charset="0"/>
                <a:cs typeface="Gill Sans MT" charset="0"/>
              </a:rPr>
              <a:t>Open conflict is both visible and deep-rooted, emerging from incompatible goals and </a:t>
            </a:r>
            <a:r>
              <a:rPr lang="en-US" sz="2400" dirty="0" err="1">
                <a:latin typeface="Gill Sans MT" charset="0"/>
                <a:ea typeface="Gill Sans MT" charset="0"/>
                <a:cs typeface="Gill Sans MT" charset="0"/>
              </a:rPr>
              <a:t>behaviour</a:t>
            </a:r>
            <a:endParaRPr lang="en-US" sz="2400" dirty="0">
              <a:latin typeface="Gill Sans MT" charset="0"/>
              <a:ea typeface="Gill Sans MT" charset="0"/>
              <a:cs typeface="Gill Sans MT" charset="0"/>
            </a:endParaRPr>
          </a:p>
        </p:txBody>
      </p:sp>
      <p:pic>
        <p:nvPicPr>
          <p:cNvPr id="6" name="Picture 2">
            <a:extLst>
              <a:ext uri="{FF2B5EF4-FFF2-40B4-BE49-F238E27FC236}">
                <a16:creationId xmlns:a16="http://schemas.microsoft.com/office/drawing/2014/main" id="{0E71EF80-13A3-8C78-DCE9-E48F6305C8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529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926079-E730-D06E-D246-C0E7195ED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38AE9C5-34A1-CFF0-2B62-0136991A7390}"/>
              </a:ext>
            </a:extLst>
          </p:cNvPr>
          <p:cNvPicPr>
            <a:picLocks noChangeAspect="1"/>
          </p:cNvPicPr>
          <p:nvPr/>
        </p:nvPicPr>
        <p:blipFill rotWithShape="1">
          <a:blip r:embed="rId3"/>
          <a:srcRect l="31089" t="31819" r="10604" b="20846"/>
          <a:stretch/>
        </p:blipFill>
        <p:spPr>
          <a:xfrm>
            <a:off x="1346080" y="1430594"/>
            <a:ext cx="9499840" cy="4336026"/>
          </a:xfrm>
          <a:prstGeom prst="rect">
            <a:avLst/>
          </a:prstGeom>
        </p:spPr>
      </p:pic>
      <p:sp>
        <p:nvSpPr>
          <p:cNvPr id="7" name="Text Placeholder 1">
            <a:extLst>
              <a:ext uri="{FF2B5EF4-FFF2-40B4-BE49-F238E27FC236}">
                <a16:creationId xmlns:a16="http://schemas.microsoft.com/office/drawing/2014/main" id="{FC8BAE58-C9DE-AB2D-0BDD-6B67F58B55ED}"/>
              </a:ext>
            </a:extLst>
          </p:cNvPr>
          <p:cNvSpPr>
            <a:spLocks noGrp="1"/>
          </p:cNvSpPr>
          <p:nvPr>
            <p:ph type="body" sz="quarter" idx="10"/>
          </p:nvPr>
        </p:nvSpPr>
        <p:spPr>
          <a:xfrm>
            <a:off x="1076701" y="278103"/>
            <a:ext cx="7883642" cy="768085"/>
          </a:xfrm>
        </p:spPr>
        <p:txBody>
          <a:bodyPr/>
          <a:lstStyle/>
          <a:p>
            <a:r>
              <a:rPr lang="en-US" sz="3200" b="1" dirty="0">
                <a:solidFill>
                  <a:srgbClr val="C00000"/>
                </a:solidFill>
                <a:latin typeface="Abadi" panose="020B0604020104020204" pitchFamily="34" charset="0"/>
              </a:rPr>
              <a:t>Organisational level of Conflict</a:t>
            </a:r>
          </a:p>
        </p:txBody>
      </p:sp>
    </p:spTree>
    <p:extLst>
      <p:ext uri="{BB962C8B-B14F-4D97-AF65-F5344CB8AC3E}">
        <p14:creationId xmlns:p14="http://schemas.microsoft.com/office/powerpoint/2010/main" val="3563960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D0C694-B494-9DBF-739C-1425A370D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What Causes Conflict? stock illustration. Illustration of poor - 85666578">
            <a:extLst>
              <a:ext uri="{FF2B5EF4-FFF2-40B4-BE49-F238E27FC236}">
                <a16:creationId xmlns:a16="http://schemas.microsoft.com/office/drawing/2014/main" id="{6528EF36-F79F-7FFD-294C-85BEA99E30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86" b="12043"/>
          <a:stretch/>
        </p:blipFill>
        <p:spPr bwMode="auto">
          <a:xfrm>
            <a:off x="1026703" y="571233"/>
            <a:ext cx="6657975" cy="57518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71DC895-34A7-5C84-FB16-611BBA66866D}"/>
              </a:ext>
            </a:extLst>
          </p:cNvPr>
          <p:cNvPicPr>
            <a:picLocks noChangeAspect="1"/>
          </p:cNvPicPr>
          <p:nvPr/>
        </p:nvPicPr>
        <p:blipFill rotWithShape="1">
          <a:blip r:embed="rId4"/>
          <a:srcRect l="29758" t="40641" r="50000" b="40210"/>
          <a:stretch/>
        </p:blipFill>
        <p:spPr>
          <a:xfrm>
            <a:off x="7563462" y="2458136"/>
            <a:ext cx="3719054" cy="1978063"/>
          </a:xfrm>
          <a:prstGeom prst="rect">
            <a:avLst/>
          </a:prstGeom>
        </p:spPr>
      </p:pic>
    </p:spTree>
    <p:extLst>
      <p:ext uri="{BB962C8B-B14F-4D97-AF65-F5344CB8AC3E}">
        <p14:creationId xmlns:p14="http://schemas.microsoft.com/office/powerpoint/2010/main" val="2945672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D0C694-B494-9DBF-739C-1425A370D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onflict Process (or) Stages in Conflict">
            <a:extLst>
              <a:ext uri="{FF2B5EF4-FFF2-40B4-BE49-F238E27FC236}">
                <a16:creationId xmlns:a16="http://schemas.microsoft.com/office/drawing/2014/main" id="{C5CFDCDC-3690-2057-15FA-5A6F0B4C5C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5638" y="2027750"/>
            <a:ext cx="9294710" cy="3034730"/>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D969CB8B-D58F-B320-D6B1-1B8CBAA77021}"/>
              </a:ext>
            </a:extLst>
          </p:cNvPr>
          <p:cNvSpPr>
            <a:spLocks noGrp="1"/>
          </p:cNvSpPr>
          <p:nvPr>
            <p:ph type="body" sz="quarter" idx="10"/>
          </p:nvPr>
        </p:nvSpPr>
        <p:spPr>
          <a:xfrm>
            <a:off x="1588405" y="1046188"/>
            <a:ext cx="8589176" cy="768085"/>
          </a:xfrm>
        </p:spPr>
        <p:txBody>
          <a:bodyPr>
            <a:normAutofit/>
          </a:bodyPr>
          <a:lstStyle/>
          <a:p>
            <a:r>
              <a:rPr lang="en-US" sz="3200" b="1" dirty="0">
                <a:solidFill>
                  <a:srgbClr val="C00000"/>
                </a:solidFill>
                <a:latin typeface="Abadi" panose="020B0604020104020204" pitchFamily="34" charset="0"/>
              </a:rPr>
              <a:t>Conflict Management Process / Stages in Conflict</a:t>
            </a:r>
          </a:p>
        </p:txBody>
      </p:sp>
    </p:spTree>
    <p:extLst>
      <p:ext uri="{BB962C8B-B14F-4D97-AF65-F5344CB8AC3E}">
        <p14:creationId xmlns:p14="http://schemas.microsoft.com/office/powerpoint/2010/main" val="1174247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p:txBody>
          <a:bodyPr/>
          <a:lstStyle/>
          <a:p>
            <a:r>
              <a:rPr lang="en-US" sz="3200" b="1" dirty="0">
                <a:solidFill>
                  <a:srgbClr val="C00000"/>
                </a:solidFill>
                <a:latin typeface="Apple Chancery" panose="03020702040506060504" pitchFamily="66" charset="0"/>
              </a:rPr>
              <a:t>Conflict Management</a:t>
            </a:r>
          </a:p>
        </p:txBody>
      </p:sp>
      <p:pic>
        <p:nvPicPr>
          <p:cNvPr id="6" name="Picture 5">
            <a:extLst>
              <a:ext uri="{FF2B5EF4-FFF2-40B4-BE49-F238E27FC236}">
                <a16:creationId xmlns:a16="http://schemas.microsoft.com/office/drawing/2014/main" id="{8D8977E8-8494-8424-DB7F-15B7D9C9ED65}"/>
              </a:ext>
            </a:extLst>
          </p:cNvPr>
          <p:cNvPicPr>
            <a:picLocks noChangeAspect="1"/>
          </p:cNvPicPr>
          <p:nvPr/>
        </p:nvPicPr>
        <p:blipFill rotWithShape="1">
          <a:blip r:embed="rId2"/>
          <a:srcRect l="2762" t="16901" r="3488" b="19680"/>
          <a:stretch/>
        </p:blipFill>
        <p:spPr>
          <a:xfrm>
            <a:off x="530941" y="1015743"/>
            <a:ext cx="11430000" cy="4347200"/>
          </a:xfrm>
          <a:prstGeom prst="rect">
            <a:avLst/>
          </a:prstGeom>
        </p:spPr>
      </p:pic>
      <p:pic>
        <p:nvPicPr>
          <p:cNvPr id="7" name="Picture 6">
            <a:extLst>
              <a:ext uri="{FF2B5EF4-FFF2-40B4-BE49-F238E27FC236}">
                <a16:creationId xmlns:a16="http://schemas.microsoft.com/office/drawing/2014/main" id="{804012AF-E930-6BC0-C09F-313307E1F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
        <p:nvSpPr>
          <p:cNvPr id="8" name="Title 4">
            <a:extLst>
              <a:ext uri="{FF2B5EF4-FFF2-40B4-BE49-F238E27FC236}">
                <a16:creationId xmlns:a16="http://schemas.microsoft.com/office/drawing/2014/main" id="{218248E6-033E-F01D-E036-2815E2C3904F}"/>
              </a:ext>
            </a:extLst>
          </p:cNvPr>
          <p:cNvSpPr txBox="1">
            <a:spLocks/>
          </p:cNvSpPr>
          <p:nvPr/>
        </p:nvSpPr>
        <p:spPr>
          <a:xfrm>
            <a:off x="530941" y="5562509"/>
            <a:ext cx="3111911" cy="384879"/>
          </a:xfrm>
          <a:prstGeom prst="rect">
            <a:avLst/>
          </a:prstGeom>
          <a:ln>
            <a:solidFill>
              <a:srgbClr val="FF0000"/>
            </a:solidFill>
          </a:ln>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lnSpc>
                <a:spcPct val="100000"/>
              </a:lnSpc>
            </a:pPr>
            <a:r>
              <a:rPr lang="en-US" sz="2000" b="1" dirty="0">
                <a:solidFill>
                  <a:srgbClr val="C00000"/>
                </a:solidFill>
                <a:latin typeface="Abadi" panose="020B0604020104020204" pitchFamily="34" charset="0"/>
              </a:rPr>
              <a:t>Different ideas lead to conflict</a:t>
            </a:r>
            <a:endParaRPr lang="en-US" sz="2000" dirty="0">
              <a:latin typeface="Abadi" panose="020B0604020104020204" pitchFamily="34" charset="0"/>
            </a:endParaRPr>
          </a:p>
        </p:txBody>
      </p:sp>
      <p:sp>
        <p:nvSpPr>
          <p:cNvPr id="9" name="Title 4">
            <a:extLst>
              <a:ext uri="{FF2B5EF4-FFF2-40B4-BE49-F238E27FC236}">
                <a16:creationId xmlns:a16="http://schemas.microsoft.com/office/drawing/2014/main" id="{5F4CAD9A-F0A6-B911-20C8-9813FBDB7244}"/>
              </a:ext>
            </a:extLst>
          </p:cNvPr>
          <p:cNvSpPr txBox="1">
            <a:spLocks/>
          </p:cNvSpPr>
          <p:nvPr/>
        </p:nvSpPr>
        <p:spPr>
          <a:xfrm>
            <a:off x="4238574" y="5562511"/>
            <a:ext cx="3111912" cy="384878"/>
          </a:xfrm>
          <a:prstGeom prst="rect">
            <a:avLst/>
          </a:prstGeom>
          <a:ln>
            <a:solidFill>
              <a:srgbClr val="FF0000"/>
            </a:solidFill>
          </a:ln>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lnSpc>
                <a:spcPct val="100000"/>
              </a:lnSpc>
            </a:pPr>
            <a:r>
              <a:rPr lang="en-US" sz="2000" b="1" dirty="0">
                <a:solidFill>
                  <a:srgbClr val="C00000"/>
                </a:solidFill>
                <a:latin typeface="Abadi" panose="020B0604020104020204" pitchFamily="34" charset="0"/>
              </a:rPr>
              <a:t>Analyzing conflicts</a:t>
            </a:r>
            <a:endParaRPr lang="en-US" sz="2000" dirty="0">
              <a:latin typeface="Abadi" panose="020B0604020104020204" pitchFamily="34" charset="0"/>
            </a:endParaRPr>
          </a:p>
        </p:txBody>
      </p:sp>
      <p:sp>
        <p:nvSpPr>
          <p:cNvPr id="10" name="Title 4">
            <a:extLst>
              <a:ext uri="{FF2B5EF4-FFF2-40B4-BE49-F238E27FC236}">
                <a16:creationId xmlns:a16="http://schemas.microsoft.com/office/drawing/2014/main" id="{5A61BAD2-4597-DEF1-4090-8B05F60BAD8E}"/>
              </a:ext>
            </a:extLst>
          </p:cNvPr>
          <p:cNvSpPr txBox="1">
            <a:spLocks/>
          </p:cNvSpPr>
          <p:nvPr/>
        </p:nvSpPr>
        <p:spPr>
          <a:xfrm>
            <a:off x="7909183" y="5562509"/>
            <a:ext cx="3963270" cy="384879"/>
          </a:xfrm>
          <a:prstGeom prst="rect">
            <a:avLst/>
          </a:prstGeom>
          <a:ln>
            <a:solidFill>
              <a:srgbClr val="FF0000"/>
            </a:solidFill>
          </a:ln>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lnSpc>
                <a:spcPct val="100000"/>
              </a:lnSpc>
            </a:pPr>
            <a:r>
              <a:rPr lang="en-US" sz="2000" b="1" dirty="0">
                <a:solidFill>
                  <a:srgbClr val="C00000"/>
                </a:solidFill>
                <a:latin typeface="Abadi" panose="020B0604020104020204" pitchFamily="34" charset="0"/>
              </a:rPr>
              <a:t>Resolving conflicts for a better team</a:t>
            </a:r>
            <a:endParaRPr lang="en-US" sz="2000" dirty="0">
              <a:latin typeface="Abadi" panose="020B0604020104020204" pitchFamily="34" charset="0"/>
            </a:endParaRPr>
          </a:p>
        </p:txBody>
      </p:sp>
    </p:spTree>
    <p:extLst>
      <p:ext uri="{BB962C8B-B14F-4D97-AF65-F5344CB8AC3E}">
        <p14:creationId xmlns:p14="http://schemas.microsoft.com/office/powerpoint/2010/main" val="2623300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p:txBody>
          <a:bodyPr/>
          <a:lstStyle/>
          <a:p>
            <a:r>
              <a:rPr lang="en-US" sz="3200" b="1" dirty="0">
                <a:solidFill>
                  <a:srgbClr val="C00000"/>
                </a:solidFill>
                <a:latin typeface="Apple Chancery" panose="03020702040506060504" pitchFamily="66" charset="0"/>
              </a:rPr>
              <a:t>Conflict Management</a:t>
            </a:r>
          </a:p>
        </p:txBody>
      </p:sp>
      <p:sp>
        <p:nvSpPr>
          <p:cNvPr id="3" name="Rectangle 2">
            <a:extLst>
              <a:ext uri="{FF2B5EF4-FFF2-40B4-BE49-F238E27FC236}">
                <a16:creationId xmlns:a16="http://schemas.microsoft.com/office/drawing/2014/main" id="{97A88BCF-5E3D-DBA1-E061-5C31101935E9}"/>
              </a:ext>
            </a:extLst>
          </p:cNvPr>
          <p:cNvSpPr/>
          <p:nvPr/>
        </p:nvSpPr>
        <p:spPr>
          <a:xfrm>
            <a:off x="1405890" y="932723"/>
            <a:ext cx="9743890" cy="224997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latin typeface="Abadi" panose="020B0604020104020204" pitchFamily="34" charset="0"/>
              </a:rPr>
              <a:t>Conflict Management is the process of limiting the negative aspects of conflict while increasing the positive aspects of conflict. The aim of conflict management is to enhance learning and group outcomes, including effectiveness or performance in organizational setting.</a:t>
            </a:r>
          </a:p>
        </p:txBody>
      </p:sp>
      <p:pic>
        <p:nvPicPr>
          <p:cNvPr id="5" name="Picture 4">
            <a:extLst>
              <a:ext uri="{FF2B5EF4-FFF2-40B4-BE49-F238E27FC236}">
                <a16:creationId xmlns:a16="http://schemas.microsoft.com/office/drawing/2014/main" id="{4C0F27B6-6638-39AD-1B95-C0B08A2ACD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088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a:xfrm>
            <a:off x="-899652" y="226037"/>
            <a:ext cx="12192000" cy="768085"/>
          </a:xfrm>
        </p:spPr>
        <p:txBody>
          <a:bodyPr/>
          <a:lstStyle/>
          <a:p>
            <a:r>
              <a:rPr lang="en-US" sz="3200" b="1" dirty="0">
                <a:solidFill>
                  <a:srgbClr val="C00000"/>
                </a:solidFill>
                <a:latin typeface="Apple Chancery" panose="03020702040506060504" pitchFamily="66" charset="0"/>
              </a:rPr>
              <a:t>Importance of Conflict Management</a:t>
            </a:r>
          </a:p>
        </p:txBody>
      </p:sp>
      <p:pic>
        <p:nvPicPr>
          <p:cNvPr id="6" name="Picture 5">
            <a:extLst>
              <a:ext uri="{FF2B5EF4-FFF2-40B4-BE49-F238E27FC236}">
                <a16:creationId xmlns:a16="http://schemas.microsoft.com/office/drawing/2014/main" id="{9241C694-3E89-95D7-811F-9E50E112C1C1}"/>
              </a:ext>
            </a:extLst>
          </p:cNvPr>
          <p:cNvPicPr>
            <a:picLocks noChangeAspect="1"/>
          </p:cNvPicPr>
          <p:nvPr/>
        </p:nvPicPr>
        <p:blipFill rotWithShape="1">
          <a:blip r:embed="rId2"/>
          <a:srcRect l="3145" t="17161" r="43508" b="8367"/>
          <a:stretch/>
        </p:blipFill>
        <p:spPr>
          <a:xfrm>
            <a:off x="752168" y="1094955"/>
            <a:ext cx="6504039" cy="5104838"/>
          </a:xfrm>
          <a:prstGeom prst="rect">
            <a:avLst/>
          </a:prstGeom>
        </p:spPr>
      </p:pic>
      <p:pic>
        <p:nvPicPr>
          <p:cNvPr id="8" name="Picture 7">
            <a:extLst>
              <a:ext uri="{FF2B5EF4-FFF2-40B4-BE49-F238E27FC236}">
                <a16:creationId xmlns:a16="http://schemas.microsoft.com/office/drawing/2014/main" id="{238BDD20-48F5-6179-B3D4-9924E50B727B}"/>
              </a:ext>
            </a:extLst>
          </p:cNvPr>
          <p:cNvPicPr>
            <a:picLocks noChangeAspect="1"/>
          </p:cNvPicPr>
          <p:nvPr/>
        </p:nvPicPr>
        <p:blipFill rotWithShape="1">
          <a:blip r:embed="rId2"/>
          <a:srcRect l="63387" t="25528" r="9879" b="21276"/>
          <a:stretch/>
        </p:blipFill>
        <p:spPr>
          <a:xfrm>
            <a:off x="7256207" y="2553371"/>
            <a:ext cx="3259394" cy="3646422"/>
          </a:xfrm>
          <a:prstGeom prst="rect">
            <a:avLst/>
          </a:prstGeom>
        </p:spPr>
      </p:pic>
      <p:pic>
        <p:nvPicPr>
          <p:cNvPr id="9" name="Picture 8">
            <a:extLst>
              <a:ext uri="{FF2B5EF4-FFF2-40B4-BE49-F238E27FC236}">
                <a16:creationId xmlns:a16="http://schemas.microsoft.com/office/drawing/2014/main" id="{9B99AD55-D09B-4933-A3D9-31DB1DE4DF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8991" y="58961"/>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868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a:xfrm>
            <a:off x="-501445" y="137138"/>
            <a:ext cx="12192000" cy="768085"/>
          </a:xfrm>
        </p:spPr>
        <p:txBody>
          <a:bodyPr/>
          <a:lstStyle/>
          <a:p>
            <a:r>
              <a:rPr lang="en-US" sz="3200" b="1" dirty="0">
                <a:solidFill>
                  <a:schemeClr val="accent4">
                    <a:lumMod val="75000"/>
                  </a:schemeClr>
                </a:solidFill>
                <a:latin typeface="Apple Chancery" panose="03020702040506060504" pitchFamily="66" charset="0"/>
              </a:rPr>
              <a:t>Importance of Conflict Management</a:t>
            </a:r>
          </a:p>
        </p:txBody>
      </p:sp>
      <p:sp>
        <p:nvSpPr>
          <p:cNvPr id="3" name="Rectangle 2">
            <a:extLst>
              <a:ext uri="{FF2B5EF4-FFF2-40B4-BE49-F238E27FC236}">
                <a16:creationId xmlns:a16="http://schemas.microsoft.com/office/drawing/2014/main" id="{97A88BCF-5E3D-DBA1-E061-5C31101935E9}"/>
              </a:ext>
            </a:extLst>
          </p:cNvPr>
          <p:cNvSpPr/>
          <p:nvPr/>
        </p:nvSpPr>
        <p:spPr>
          <a:xfrm>
            <a:off x="1224055" y="1177975"/>
            <a:ext cx="9743890" cy="4650632"/>
          </a:xfrm>
          <a:prstGeom prst="rect">
            <a:avLst/>
          </a:prstGeom>
        </p:spPr>
        <p:txBody>
          <a:bodyPr wrap="square">
            <a:spAutoFit/>
          </a:bodyPr>
          <a:lstStyle/>
          <a:p>
            <a:pPr marL="285750" indent="-285750" algn="just">
              <a:buFont typeface="Arial" panose="020B0604020202020204" pitchFamily="34" charset="0"/>
              <a:buChar char="•"/>
            </a:pPr>
            <a:r>
              <a:rPr lang="en-US" sz="2400" dirty="0">
                <a:latin typeface="Abadi" panose="020B0604020104020204" pitchFamily="34" charset="0"/>
              </a:rPr>
              <a:t>Conflict management goes a long way in strengthening the bond among employees and half of the problems automatically disappear.</a:t>
            </a:r>
          </a:p>
          <a:p>
            <a:pPr marL="285750" indent="-285750" algn="just">
              <a:buFont typeface="Arial" panose="020B0604020202020204" pitchFamily="34" charset="0"/>
              <a:buChar char="•"/>
            </a:pPr>
            <a:endParaRPr lang="en-US" sz="2400" dirty="0">
              <a:latin typeface="Abadi" panose="020B0604020104020204" pitchFamily="34" charset="0"/>
            </a:endParaRPr>
          </a:p>
          <a:p>
            <a:pPr marL="285750" indent="-285750" algn="just">
              <a:buFont typeface="Arial" panose="020B0604020202020204" pitchFamily="34" charset="0"/>
              <a:buChar char="•"/>
            </a:pPr>
            <a:r>
              <a:rPr lang="en-US" sz="2400" dirty="0">
                <a:solidFill>
                  <a:srgbClr val="C00000"/>
                </a:solidFill>
                <a:latin typeface="Abadi" panose="020B0604020104020204" pitchFamily="34" charset="0"/>
              </a:rPr>
              <a:t>Conflict management also plays an important role in our personal lives.</a:t>
            </a:r>
          </a:p>
          <a:p>
            <a:pPr marL="285750" indent="-285750" algn="just">
              <a:buFont typeface="Arial" panose="020B0604020202020204" pitchFamily="34" charset="0"/>
              <a:buChar char="•"/>
            </a:pPr>
            <a:endParaRPr lang="en-US" sz="2400" dirty="0">
              <a:solidFill>
                <a:srgbClr val="C00000"/>
              </a:solidFill>
              <a:latin typeface="Abadi" panose="020B0604020104020204" pitchFamily="34" charset="0"/>
            </a:endParaRPr>
          </a:p>
          <a:p>
            <a:pPr marL="285750" indent="-285750" algn="just">
              <a:buFont typeface="Arial" panose="020B0604020202020204" pitchFamily="34" charset="0"/>
              <a:buChar char="•"/>
            </a:pPr>
            <a:r>
              <a:rPr lang="en-US" sz="2400" dirty="0">
                <a:latin typeface="Abadi" panose="020B0604020104020204" pitchFamily="34" charset="0"/>
              </a:rPr>
              <a:t>Conflict management helps to find a middle way, an alternative to any problem and successful implementation of the idea.</a:t>
            </a:r>
          </a:p>
          <a:p>
            <a:pPr marL="285750" indent="-285750" algn="just">
              <a:buFont typeface="Arial" panose="020B0604020202020204" pitchFamily="34" charset="0"/>
              <a:buChar char="•"/>
            </a:pPr>
            <a:endParaRPr lang="en-US" sz="2400" dirty="0">
              <a:latin typeface="Abadi" panose="020B0604020104020204" pitchFamily="34" charset="0"/>
            </a:endParaRPr>
          </a:p>
          <a:p>
            <a:pPr marL="285750" indent="-285750" algn="just">
              <a:buFont typeface="Arial" panose="020B0604020202020204" pitchFamily="34" charset="0"/>
              <a:buChar char="•"/>
            </a:pPr>
            <a:r>
              <a:rPr lang="en-US" sz="2400" dirty="0">
                <a:solidFill>
                  <a:srgbClr val="002060"/>
                </a:solidFill>
                <a:latin typeface="Abadi" panose="020B0604020104020204" pitchFamily="34" charset="0"/>
              </a:rPr>
              <a:t>Conflict management is very important because it is always wise to prevent a fight at the first place rather than facing its negative consequences.</a:t>
            </a:r>
          </a:p>
          <a:p>
            <a:pPr marL="285750" indent="-285750" algn="just">
              <a:lnSpc>
                <a:spcPct val="150000"/>
              </a:lnSpc>
              <a:buFont typeface="Arial" panose="020B0604020202020204" pitchFamily="34" charset="0"/>
              <a:buChar char="•"/>
            </a:pPr>
            <a:endParaRPr lang="en-US" sz="2400" dirty="0">
              <a:latin typeface="Abadi" panose="020B0604020104020204" pitchFamily="34" charset="0"/>
            </a:endParaRPr>
          </a:p>
        </p:txBody>
      </p:sp>
      <p:pic>
        <p:nvPicPr>
          <p:cNvPr id="5" name="Picture 4">
            <a:extLst>
              <a:ext uri="{FF2B5EF4-FFF2-40B4-BE49-F238E27FC236}">
                <a16:creationId xmlns:a16="http://schemas.microsoft.com/office/drawing/2014/main" id="{3E770F2A-FCD9-A3E3-6934-817987FD5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4745" y="105440"/>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449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a:xfrm>
            <a:off x="-501445" y="137138"/>
            <a:ext cx="12192000" cy="768085"/>
          </a:xfrm>
        </p:spPr>
        <p:txBody>
          <a:bodyPr/>
          <a:lstStyle/>
          <a:p>
            <a:r>
              <a:rPr lang="en-US" sz="3200" b="1" dirty="0">
                <a:solidFill>
                  <a:srgbClr val="C00000"/>
                </a:solidFill>
                <a:latin typeface="Abadi" panose="020B0604020104020204" pitchFamily="34" charset="0"/>
              </a:rPr>
              <a:t>How to avoid Conflict?</a:t>
            </a:r>
          </a:p>
        </p:txBody>
      </p:sp>
      <p:pic>
        <p:nvPicPr>
          <p:cNvPr id="5" name="Picture 4">
            <a:extLst>
              <a:ext uri="{FF2B5EF4-FFF2-40B4-BE49-F238E27FC236}">
                <a16:creationId xmlns:a16="http://schemas.microsoft.com/office/drawing/2014/main" id="{3E770F2A-FCD9-A3E3-6934-817987FD5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4745" y="105440"/>
            <a:ext cx="2516314" cy="94990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46821B4-A5F2-70B7-2CD9-8CC0CED1798A}"/>
              </a:ext>
            </a:extLst>
          </p:cNvPr>
          <p:cNvPicPr>
            <a:picLocks noChangeAspect="1"/>
          </p:cNvPicPr>
          <p:nvPr/>
        </p:nvPicPr>
        <p:blipFill rotWithShape="1">
          <a:blip r:embed="rId3"/>
          <a:srcRect l="6290" t="20632" r="5403" b="8581"/>
          <a:stretch/>
        </p:blipFill>
        <p:spPr>
          <a:xfrm>
            <a:off x="712838" y="1308204"/>
            <a:ext cx="10766323" cy="4852220"/>
          </a:xfrm>
          <a:prstGeom prst="rect">
            <a:avLst/>
          </a:prstGeom>
        </p:spPr>
      </p:pic>
      <p:pic>
        <p:nvPicPr>
          <p:cNvPr id="7" name="Picture 6">
            <a:extLst>
              <a:ext uri="{FF2B5EF4-FFF2-40B4-BE49-F238E27FC236}">
                <a16:creationId xmlns:a16="http://schemas.microsoft.com/office/drawing/2014/main" id="{D93B9D2F-8CA5-F4FD-8808-26059EF36A57}"/>
              </a:ext>
            </a:extLst>
          </p:cNvPr>
          <p:cNvPicPr>
            <a:picLocks noChangeAspect="1"/>
          </p:cNvPicPr>
          <p:nvPr/>
        </p:nvPicPr>
        <p:blipFill rotWithShape="1">
          <a:blip r:embed="rId3"/>
          <a:srcRect l="6290" t="71658" r="78065" b="8581"/>
          <a:stretch/>
        </p:blipFill>
        <p:spPr>
          <a:xfrm>
            <a:off x="9783096" y="4805842"/>
            <a:ext cx="1696065" cy="1354582"/>
          </a:xfrm>
          <a:prstGeom prst="rect">
            <a:avLst/>
          </a:prstGeom>
        </p:spPr>
      </p:pic>
    </p:spTree>
    <p:extLst>
      <p:ext uri="{BB962C8B-B14F-4D97-AF65-F5344CB8AC3E}">
        <p14:creationId xmlns:p14="http://schemas.microsoft.com/office/powerpoint/2010/main" val="2028443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a:xfrm>
            <a:off x="272217" y="327510"/>
            <a:ext cx="7883642" cy="768085"/>
          </a:xfrm>
        </p:spPr>
        <p:txBody>
          <a:bodyPr/>
          <a:lstStyle/>
          <a:p>
            <a:r>
              <a:rPr lang="en-US" sz="3200" b="1" dirty="0">
                <a:solidFill>
                  <a:srgbClr val="FF0000"/>
                </a:solidFill>
                <a:latin typeface="Abadi" panose="020B0604020104020204" pitchFamily="34" charset="0"/>
              </a:rPr>
              <a:t>Conflict Management Style / Strategies</a:t>
            </a:r>
          </a:p>
        </p:txBody>
      </p:sp>
      <p:pic>
        <p:nvPicPr>
          <p:cNvPr id="4" name="Picture 2">
            <a:extLst>
              <a:ext uri="{FF2B5EF4-FFF2-40B4-BE49-F238E27FC236}">
                <a16:creationId xmlns:a16="http://schemas.microsoft.com/office/drawing/2014/main" id="{CDBE0317-7CF3-0328-773D-0D88EDD166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DBAD059-C8DD-8386-5D87-0AC9CBC75C6C}"/>
              </a:ext>
            </a:extLst>
          </p:cNvPr>
          <p:cNvSpPr txBox="1"/>
          <p:nvPr/>
        </p:nvSpPr>
        <p:spPr>
          <a:xfrm>
            <a:off x="7780860" y="2090171"/>
            <a:ext cx="4116287" cy="2677656"/>
          </a:xfrm>
          <a:prstGeom prst="rect">
            <a:avLst/>
          </a:prstGeom>
          <a:noFill/>
          <a:ln>
            <a:solidFill>
              <a:schemeClr val="accent1">
                <a:lumMod val="75000"/>
              </a:schemeClr>
            </a:solidFill>
          </a:ln>
        </p:spPr>
        <p:txBody>
          <a:bodyPr wrap="square">
            <a:spAutoFit/>
          </a:bodyPr>
          <a:lstStyle/>
          <a:p>
            <a:pPr algn="ctr"/>
            <a:r>
              <a:rPr lang="en-US" sz="2400" b="0" i="0" dirty="0">
                <a:solidFill>
                  <a:srgbClr val="2E475D"/>
                </a:solidFill>
                <a:effectLst/>
                <a:latin typeface="Lexend Deca"/>
              </a:rPr>
              <a:t>According to the </a:t>
            </a:r>
            <a:r>
              <a:rPr lang="en-US" sz="2400" b="0" i="0" u="none" strike="noStrike" dirty="0">
                <a:solidFill>
                  <a:srgbClr val="0B8484"/>
                </a:solidFill>
                <a:effectLst/>
                <a:latin typeface="Lexend Deca"/>
              </a:rPr>
              <a:t>Thomas-Kilmann Conflict Mode Instrument</a:t>
            </a:r>
            <a:r>
              <a:rPr lang="en-US" sz="2400" b="0" i="0" dirty="0">
                <a:solidFill>
                  <a:srgbClr val="2E475D"/>
                </a:solidFill>
                <a:effectLst/>
                <a:latin typeface="Lexend Deca"/>
              </a:rPr>
              <a:t>, there are 5 styles of conflict management: accommodating, avoiding, compromising, collaborating, and competing</a:t>
            </a:r>
            <a:r>
              <a:rPr lang="en-US" sz="2400" dirty="0"/>
              <a:t>. </a:t>
            </a:r>
          </a:p>
        </p:txBody>
      </p:sp>
      <p:pic>
        <p:nvPicPr>
          <p:cNvPr id="1026" name="Picture 2" descr="5 Most Effective Conflict Management Styles (+When To Use Each One)">
            <a:extLst>
              <a:ext uri="{FF2B5EF4-FFF2-40B4-BE49-F238E27FC236}">
                <a16:creationId xmlns:a16="http://schemas.microsoft.com/office/drawing/2014/main" id="{5BC62904-2300-A027-DEF1-255D6534A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588" y="1356227"/>
            <a:ext cx="6914341" cy="4145545"/>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5D32D189-5C34-8E8D-67C4-DB1D0AF85C4C}"/>
              </a:ext>
            </a:extLst>
          </p:cNvPr>
          <p:cNvSpPr>
            <a:spLocks noChangeArrowheads="1"/>
          </p:cNvSpPr>
          <p:nvPr/>
        </p:nvSpPr>
        <p:spPr bwMode="auto">
          <a:xfrm>
            <a:off x="1705397" y="5762403"/>
            <a:ext cx="101917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buClr>
                <a:srgbClr val="99CB38"/>
              </a:buClr>
            </a:pPr>
            <a:r>
              <a:rPr lang="en-US" altLang="en-US" sz="2800" dirty="0">
                <a:solidFill>
                  <a:srgbClr val="000000"/>
                </a:solidFill>
                <a:latin typeface="Gill Sans MT" panose="020B0502020104020203" pitchFamily="34" charset="77"/>
              </a:rPr>
              <a:t>Which of these strategies are suitable and not suitable for you?</a:t>
            </a:r>
          </a:p>
        </p:txBody>
      </p:sp>
    </p:spTree>
    <p:extLst>
      <p:ext uri="{BB962C8B-B14F-4D97-AF65-F5344CB8AC3E}">
        <p14:creationId xmlns:p14="http://schemas.microsoft.com/office/powerpoint/2010/main" val="632247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p:txBody>
          <a:bodyPr/>
          <a:lstStyle/>
          <a:p>
            <a:r>
              <a:rPr lang="en-US" sz="3200" b="1" dirty="0">
                <a:solidFill>
                  <a:srgbClr val="7030A0"/>
                </a:solidFill>
                <a:latin typeface="Apple Chancery" panose="03020702040506060504" pitchFamily="66" charset="0"/>
              </a:rPr>
              <a:t>Tips for Managing Conflict</a:t>
            </a:r>
          </a:p>
        </p:txBody>
      </p:sp>
      <p:sp>
        <p:nvSpPr>
          <p:cNvPr id="3" name="Rectangle 2">
            <a:extLst>
              <a:ext uri="{FF2B5EF4-FFF2-40B4-BE49-F238E27FC236}">
                <a16:creationId xmlns:a16="http://schemas.microsoft.com/office/drawing/2014/main" id="{97A88BCF-5E3D-DBA1-E061-5C31101935E9}"/>
              </a:ext>
            </a:extLst>
          </p:cNvPr>
          <p:cNvSpPr/>
          <p:nvPr/>
        </p:nvSpPr>
        <p:spPr>
          <a:xfrm>
            <a:off x="1224055" y="1177975"/>
            <a:ext cx="9743890" cy="5262979"/>
          </a:xfrm>
          <a:prstGeom prst="rect">
            <a:avLst/>
          </a:prstGeom>
        </p:spPr>
        <p:txBody>
          <a:bodyPr wrap="square">
            <a:spAutoFit/>
          </a:bodyPr>
          <a:lstStyle/>
          <a:p>
            <a:pPr marL="285750" indent="-285750" algn="just">
              <a:buFont typeface="Arial" panose="020B0604020202020204" pitchFamily="34" charset="0"/>
              <a:buChar char="•"/>
            </a:pPr>
            <a:r>
              <a:rPr lang="en-US" sz="2400" dirty="0">
                <a:latin typeface="Abadi" panose="020B0604020104020204" pitchFamily="34" charset="0"/>
              </a:rPr>
              <a:t>Avoids feelings or perceptions that imply the other person is wrong or needs to change.</a:t>
            </a:r>
          </a:p>
          <a:p>
            <a:pPr marL="285750" indent="-285750" algn="just">
              <a:buFont typeface="Arial" panose="020B0604020202020204" pitchFamily="34" charset="0"/>
              <a:buChar char="•"/>
            </a:pPr>
            <a:endParaRPr lang="en-US" sz="2400" dirty="0">
              <a:latin typeface="Abadi" panose="020B0604020104020204" pitchFamily="34" charset="0"/>
            </a:endParaRPr>
          </a:p>
          <a:p>
            <a:pPr marL="285750" indent="-285750" algn="just">
              <a:buFont typeface="Arial" panose="020B0604020202020204" pitchFamily="34" charset="0"/>
              <a:buChar char="•"/>
            </a:pPr>
            <a:r>
              <a:rPr lang="en-US" sz="2400" dirty="0">
                <a:solidFill>
                  <a:srgbClr val="002060"/>
                </a:solidFill>
                <a:latin typeface="Abadi" panose="020B0604020104020204" pitchFamily="34" charset="0"/>
              </a:rPr>
              <a:t>Communicates a desire to work together to explore a problem or seek a solution.</a:t>
            </a:r>
          </a:p>
          <a:p>
            <a:pPr marL="285750" indent="-285750" algn="just">
              <a:buFont typeface="Arial" panose="020B0604020202020204" pitchFamily="34" charset="0"/>
              <a:buChar char="•"/>
            </a:pPr>
            <a:endParaRPr lang="en-US" sz="2400" dirty="0">
              <a:latin typeface="Abadi" panose="020B0604020104020204" pitchFamily="34" charset="0"/>
            </a:endParaRPr>
          </a:p>
          <a:p>
            <a:pPr marL="285750" indent="-285750" algn="just">
              <a:buFont typeface="Arial" panose="020B0604020202020204" pitchFamily="34" charset="0"/>
              <a:buChar char="•"/>
            </a:pPr>
            <a:r>
              <a:rPr lang="en-US" sz="2400" dirty="0">
                <a:latin typeface="Abadi" panose="020B0604020104020204" pitchFamily="34" charset="0"/>
              </a:rPr>
              <a:t>Exhibits behavior that is spontaneous and destruction-free.</a:t>
            </a:r>
          </a:p>
          <a:p>
            <a:pPr marL="285750" indent="-285750" algn="just">
              <a:buFont typeface="Arial" panose="020B0604020202020204" pitchFamily="34" charset="0"/>
              <a:buChar char="•"/>
            </a:pPr>
            <a:endParaRPr lang="en-US" sz="2400" dirty="0">
              <a:latin typeface="Abadi" panose="020B0604020104020204" pitchFamily="34" charset="0"/>
            </a:endParaRPr>
          </a:p>
          <a:p>
            <a:pPr marL="285750" indent="-285750" algn="just">
              <a:buFont typeface="Arial" panose="020B0604020202020204" pitchFamily="34" charset="0"/>
              <a:buChar char="•"/>
            </a:pPr>
            <a:r>
              <a:rPr lang="en-US" sz="2400" dirty="0">
                <a:solidFill>
                  <a:srgbClr val="C00000"/>
                </a:solidFill>
                <a:latin typeface="Abadi" panose="020B0604020104020204" pitchFamily="34" charset="0"/>
              </a:rPr>
              <a:t>Identifies with another team member’s problems, shares feelings, and accepts the team member’s reaction.</a:t>
            </a:r>
          </a:p>
          <a:p>
            <a:pPr marL="285750" indent="-285750" algn="just">
              <a:buFont typeface="Arial" panose="020B0604020202020204" pitchFamily="34" charset="0"/>
              <a:buChar char="•"/>
            </a:pPr>
            <a:endParaRPr lang="en-US" sz="2400" dirty="0">
              <a:latin typeface="Abadi" panose="020B0604020104020204" pitchFamily="34" charset="0"/>
            </a:endParaRPr>
          </a:p>
          <a:p>
            <a:pPr marL="285750" indent="-285750" algn="just">
              <a:buFont typeface="Arial" panose="020B0604020202020204" pitchFamily="34" charset="0"/>
              <a:buChar char="•"/>
            </a:pPr>
            <a:r>
              <a:rPr lang="en-US" sz="2400" dirty="0">
                <a:latin typeface="Abadi" panose="020B0604020104020204" pitchFamily="34" charset="0"/>
              </a:rPr>
              <a:t>Treats other team members with respect and trust</a:t>
            </a:r>
          </a:p>
          <a:p>
            <a:pPr marL="285750" indent="-285750" algn="just">
              <a:buFont typeface="Arial" panose="020B0604020202020204" pitchFamily="34" charset="0"/>
              <a:buChar char="•"/>
            </a:pPr>
            <a:endParaRPr lang="en-US" sz="2400" dirty="0">
              <a:latin typeface="Abadi" panose="020B0604020104020204" pitchFamily="34" charset="0"/>
            </a:endParaRPr>
          </a:p>
          <a:p>
            <a:pPr marL="285750" indent="-285750" algn="just">
              <a:buFont typeface="Arial" panose="020B0604020202020204" pitchFamily="34" charset="0"/>
              <a:buChar char="•"/>
            </a:pPr>
            <a:r>
              <a:rPr lang="en-US" sz="2400" dirty="0">
                <a:solidFill>
                  <a:schemeClr val="accent6">
                    <a:lumMod val="50000"/>
                  </a:schemeClr>
                </a:solidFill>
                <a:latin typeface="Abadi" panose="020B0604020104020204" pitchFamily="34" charset="0"/>
              </a:rPr>
              <a:t>Investigates issues rather than taking sides on them.</a:t>
            </a:r>
          </a:p>
        </p:txBody>
      </p:sp>
      <p:pic>
        <p:nvPicPr>
          <p:cNvPr id="5" name="Picture 2">
            <a:extLst>
              <a:ext uri="{FF2B5EF4-FFF2-40B4-BE49-F238E27FC236}">
                <a16:creationId xmlns:a16="http://schemas.microsoft.com/office/drawing/2014/main" id="{D67261A9-3227-9F4D-462D-DC025C8D96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77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0693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EA6C8B6-EF64-C8C4-99C3-B6192023B0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onflict Resolution PowerPoint Template | Slidebazaar">
            <a:extLst>
              <a:ext uri="{FF2B5EF4-FFF2-40B4-BE49-F238E27FC236}">
                <a16:creationId xmlns:a16="http://schemas.microsoft.com/office/drawing/2014/main" id="{0D64DF52-4A05-4567-3B1C-53BAE9E5F6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131" b="21300"/>
          <a:stretch/>
        </p:blipFill>
        <p:spPr bwMode="auto">
          <a:xfrm>
            <a:off x="416288" y="1334728"/>
            <a:ext cx="11359423" cy="4188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28685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76A0E9-EB04-7882-40B0-20610805F612}"/>
              </a:ext>
            </a:extLst>
          </p:cNvPr>
          <p:cNvSpPr/>
          <p:nvPr/>
        </p:nvSpPr>
        <p:spPr>
          <a:xfrm>
            <a:off x="1219200" y="5781368"/>
            <a:ext cx="1494503" cy="6289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a:extLst>
              <a:ext uri="{FF2B5EF4-FFF2-40B4-BE49-F238E27FC236}">
                <a16:creationId xmlns:a16="http://schemas.microsoft.com/office/drawing/2014/main" id="{1398FED8-2DF7-AD8E-5AF4-8D282295A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4236"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1">
            <a:extLst>
              <a:ext uri="{FF2B5EF4-FFF2-40B4-BE49-F238E27FC236}">
                <a16:creationId xmlns:a16="http://schemas.microsoft.com/office/drawing/2014/main" id="{900639DB-738B-68FF-D79C-3149512B3E63}"/>
              </a:ext>
            </a:extLst>
          </p:cNvPr>
          <p:cNvSpPr>
            <a:spLocks noGrp="1"/>
          </p:cNvSpPr>
          <p:nvPr>
            <p:ph type="body" sz="quarter" idx="10"/>
          </p:nvPr>
        </p:nvSpPr>
        <p:spPr>
          <a:xfrm>
            <a:off x="1838632" y="632538"/>
            <a:ext cx="7883642" cy="768085"/>
          </a:xfrm>
        </p:spPr>
        <p:txBody>
          <a:bodyPr/>
          <a:lstStyle/>
          <a:p>
            <a:r>
              <a:rPr lang="en-US" sz="3200" b="1" dirty="0">
                <a:solidFill>
                  <a:srgbClr val="FF0000"/>
                </a:solidFill>
                <a:latin typeface="Abadi" panose="020B0604020104020204" pitchFamily="34" charset="0"/>
              </a:rPr>
              <a:t>How to Resolve Conflicts?</a:t>
            </a:r>
          </a:p>
        </p:txBody>
      </p:sp>
      <p:pic>
        <p:nvPicPr>
          <p:cNvPr id="6" name="Picture 5">
            <a:extLst>
              <a:ext uri="{FF2B5EF4-FFF2-40B4-BE49-F238E27FC236}">
                <a16:creationId xmlns:a16="http://schemas.microsoft.com/office/drawing/2014/main" id="{DD01BEA4-FDE2-CF2F-882F-AD938E95D419}"/>
              </a:ext>
            </a:extLst>
          </p:cNvPr>
          <p:cNvPicPr>
            <a:picLocks noChangeAspect="1"/>
          </p:cNvPicPr>
          <p:nvPr/>
        </p:nvPicPr>
        <p:blipFill rotWithShape="1">
          <a:blip r:embed="rId3"/>
          <a:srcRect l="4838" t="20409" r="4919" b="11809"/>
          <a:stretch/>
        </p:blipFill>
        <p:spPr>
          <a:xfrm>
            <a:off x="589935" y="1400624"/>
            <a:ext cx="11002298" cy="4646216"/>
          </a:xfrm>
          <a:prstGeom prst="rect">
            <a:avLst/>
          </a:prstGeom>
        </p:spPr>
      </p:pic>
      <p:pic>
        <p:nvPicPr>
          <p:cNvPr id="8" name="Picture 7">
            <a:extLst>
              <a:ext uri="{FF2B5EF4-FFF2-40B4-BE49-F238E27FC236}">
                <a16:creationId xmlns:a16="http://schemas.microsoft.com/office/drawing/2014/main" id="{B0A4103F-A9A5-BCDD-CEC9-93DBEEB03A31}"/>
              </a:ext>
            </a:extLst>
          </p:cNvPr>
          <p:cNvPicPr>
            <a:picLocks noChangeAspect="1"/>
          </p:cNvPicPr>
          <p:nvPr/>
        </p:nvPicPr>
        <p:blipFill rotWithShape="1">
          <a:blip r:embed="rId4"/>
          <a:srcRect l="6290" t="71658" r="78065" b="8581"/>
          <a:stretch/>
        </p:blipFill>
        <p:spPr>
          <a:xfrm>
            <a:off x="9906000" y="5343792"/>
            <a:ext cx="1696065" cy="703048"/>
          </a:xfrm>
          <a:prstGeom prst="rect">
            <a:avLst/>
          </a:prstGeom>
        </p:spPr>
      </p:pic>
    </p:spTree>
    <p:extLst>
      <p:ext uri="{BB962C8B-B14F-4D97-AF65-F5344CB8AC3E}">
        <p14:creationId xmlns:p14="http://schemas.microsoft.com/office/powerpoint/2010/main" val="3610686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76A0E9-EB04-7882-40B0-20610805F612}"/>
              </a:ext>
            </a:extLst>
          </p:cNvPr>
          <p:cNvSpPr/>
          <p:nvPr/>
        </p:nvSpPr>
        <p:spPr>
          <a:xfrm>
            <a:off x="1219200" y="5781368"/>
            <a:ext cx="1494503" cy="6289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a:extLst>
              <a:ext uri="{FF2B5EF4-FFF2-40B4-BE49-F238E27FC236}">
                <a16:creationId xmlns:a16="http://schemas.microsoft.com/office/drawing/2014/main" id="{1398FED8-2DF7-AD8E-5AF4-8D282295A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4236" y="96279"/>
            <a:ext cx="2516314" cy="9499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ffective Conflict Resolution Strategies">
            <a:extLst>
              <a:ext uri="{FF2B5EF4-FFF2-40B4-BE49-F238E27FC236}">
                <a16:creationId xmlns:a16="http://schemas.microsoft.com/office/drawing/2014/main" id="{E454D5C8-96C4-1178-790C-2F73E5CE3D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307" t="21670" r="5766" b="3970"/>
          <a:stretch/>
        </p:blipFill>
        <p:spPr bwMode="auto">
          <a:xfrm>
            <a:off x="1219200" y="1592825"/>
            <a:ext cx="9866671" cy="4817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1">
            <a:extLst>
              <a:ext uri="{FF2B5EF4-FFF2-40B4-BE49-F238E27FC236}">
                <a16:creationId xmlns:a16="http://schemas.microsoft.com/office/drawing/2014/main" id="{900639DB-738B-68FF-D79C-3149512B3E63}"/>
              </a:ext>
            </a:extLst>
          </p:cNvPr>
          <p:cNvSpPr>
            <a:spLocks noGrp="1"/>
          </p:cNvSpPr>
          <p:nvPr>
            <p:ph type="body" sz="quarter" idx="10"/>
          </p:nvPr>
        </p:nvSpPr>
        <p:spPr>
          <a:xfrm>
            <a:off x="1838632" y="632538"/>
            <a:ext cx="7883642" cy="768085"/>
          </a:xfrm>
        </p:spPr>
        <p:txBody>
          <a:bodyPr/>
          <a:lstStyle/>
          <a:p>
            <a:r>
              <a:rPr lang="en-US" sz="3200" b="1" dirty="0">
                <a:solidFill>
                  <a:srgbClr val="FF0000"/>
                </a:solidFill>
                <a:latin typeface="Abadi" panose="020B0604020104020204" pitchFamily="34" charset="0"/>
              </a:rPr>
              <a:t>Managing Conflict Resolution</a:t>
            </a:r>
          </a:p>
        </p:txBody>
      </p:sp>
    </p:spTree>
    <p:extLst>
      <p:ext uri="{BB962C8B-B14F-4D97-AF65-F5344CB8AC3E}">
        <p14:creationId xmlns:p14="http://schemas.microsoft.com/office/powerpoint/2010/main" val="2311664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4A06EC-EA0A-4C19-930F-02898738F26C}"/>
              </a:ext>
            </a:extLst>
          </p:cNvPr>
          <p:cNvSpPr>
            <a:spLocks noGrp="1"/>
          </p:cNvSpPr>
          <p:nvPr>
            <p:ph type="body" sz="quarter" idx="10"/>
          </p:nvPr>
        </p:nvSpPr>
        <p:spPr/>
        <p:txBody>
          <a:bodyPr/>
          <a:lstStyle/>
          <a:p>
            <a:r>
              <a:rPr lang="en-US" sz="3200" b="1" dirty="0">
                <a:solidFill>
                  <a:srgbClr val="0070C0"/>
                </a:solidFill>
                <a:latin typeface="Apple Chancery" panose="03020702040506060504" pitchFamily="66" charset="0"/>
              </a:rPr>
              <a:t>Challenges</a:t>
            </a:r>
          </a:p>
        </p:txBody>
      </p:sp>
      <p:pic>
        <p:nvPicPr>
          <p:cNvPr id="13314" name="Picture 2" descr="Image result for 21ST CENTURY LEADERSHIP CARTOON">
            <a:extLst>
              <a:ext uri="{FF2B5EF4-FFF2-40B4-BE49-F238E27FC236}">
                <a16:creationId xmlns:a16="http://schemas.microsoft.com/office/drawing/2014/main" id="{E1BD25EC-03C5-D1C5-7A9B-84E7B61815E2}"/>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b="12066"/>
          <a:stretch/>
        </p:blipFill>
        <p:spPr bwMode="auto">
          <a:xfrm>
            <a:off x="1624781" y="882497"/>
            <a:ext cx="8810932" cy="581086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84C604-4BD1-A780-6FE8-5B5B77D2F0AF}"/>
              </a:ext>
            </a:extLst>
          </p:cNvPr>
          <p:cNvSpPr txBox="1"/>
          <p:nvPr/>
        </p:nvSpPr>
        <p:spPr>
          <a:xfrm>
            <a:off x="5829302" y="2156713"/>
            <a:ext cx="6231192" cy="1731243"/>
          </a:xfrm>
          <a:prstGeom prst="rect">
            <a:avLst/>
          </a:prstGeom>
          <a:noFill/>
        </p:spPr>
        <p:txBody>
          <a:bodyPr wrap="square">
            <a:spAutoFit/>
          </a:bodyPr>
          <a:lstStyle/>
          <a:p>
            <a:pPr algn="ctr" rtl="0">
              <a:spcBef>
                <a:spcPts val="0"/>
              </a:spcBef>
              <a:spcAft>
                <a:spcPts val="0"/>
              </a:spcAft>
            </a:pPr>
            <a:r>
              <a:rPr lang="en-US" sz="3200" b="0" i="0" u="none" strike="noStrike" dirty="0">
                <a:solidFill>
                  <a:srgbClr val="FFFFFF"/>
                </a:solidFill>
                <a:effectLst/>
                <a:latin typeface="Calibri" panose="020F0502020204030204" pitchFamily="34" charset="0"/>
              </a:rPr>
              <a:t>21</a:t>
            </a:r>
            <a:r>
              <a:rPr lang="en-US" sz="3200" b="0" i="0" u="none" strike="noStrike" baseline="30000" dirty="0">
                <a:solidFill>
                  <a:srgbClr val="FFFFFF"/>
                </a:solidFill>
                <a:effectLst/>
                <a:latin typeface="Calibri" panose="020F0502020204030204" pitchFamily="34" charset="0"/>
              </a:rPr>
              <a:t>st</a:t>
            </a:r>
          </a:p>
          <a:p>
            <a:pPr algn="ctr" rtl="0">
              <a:spcBef>
                <a:spcPts val="0"/>
              </a:spcBef>
              <a:spcAft>
                <a:spcPts val="0"/>
              </a:spcAft>
            </a:pPr>
            <a:r>
              <a:rPr lang="en-US" sz="1050" b="0" i="0" u="none" strike="noStrike" dirty="0">
                <a:solidFill>
                  <a:srgbClr val="000000"/>
                </a:solidFill>
                <a:effectLst/>
                <a:latin typeface="Calibri" panose="020F0502020204030204" pitchFamily="34" charset="0"/>
              </a:rPr>
              <a:t> </a:t>
            </a:r>
            <a:endParaRPr lang="en-US" sz="1050" b="0" dirty="0">
              <a:effectLst/>
            </a:endParaRPr>
          </a:p>
          <a:p>
            <a:pPr algn="ctr" rtl="0">
              <a:spcBef>
                <a:spcPts val="0"/>
              </a:spcBef>
              <a:spcAft>
                <a:spcPts val="0"/>
              </a:spcAft>
            </a:pPr>
            <a:r>
              <a:rPr lang="en-US" sz="2800" b="0" i="0" u="none" strike="noStrike" dirty="0">
                <a:solidFill>
                  <a:srgbClr val="000000"/>
                </a:solidFill>
                <a:effectLst/>
                <a:latin typeface="Calibri" panose="020F0502020204030204" pitchFamily="34" charset="0"/>
              </a:rPr>
              <a:t>Century Challenges </a:t>
            </a:r>
            <a:endParaRPr lang="en-US" sz="2800" b="0" dirty="0">
              <a:effectLst/>
            </a:endParaRPr>
          </a:p>
          <a:p>
            <a:br>
              <a:rPr lang="en-US" dirty="0"/>
            </a:br>
            <a:endParaRPr lang="en-US" dirty="0"/>
          </a:p>
        </p:txBody>
      </p:sp>
      <p:pic>
        <p:nvPicPr>
          <p:cNvPr id="3" name="Picture 2">
            <a:extLst>
              <a:ext uri="{FF2B5EF4-FFF2-40B4-BE49-F238E27FC236}">
                <a16:creationId xmlns:a16="http://schemas.microsoft.com/office/drawing/2014/main" id="{C4DC56BA-7350-E3C4-438B-96E49E1BB3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6464" y="96279"/>
            <a:ext cx="2516314" cy="94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501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5C8FDD-808B-B420-2A1A-53053AB58E3F}"/>
              </a:ext>
            </a:extLst>
          </p:cNvPr>
          <p:cNvSpPr>
            <a:spLocks noGrp="1"/>
          </p:cNvSpPr>
          <p:nvPr>
            <p:ph type="title"/>
          </p:nvPr>
        </p:nvSpPr>
        <p:spPr/>
        <p:txBody>
          <a:bodyPr>
            <a:normAutofit/>
          </a:bodyPr>
          <a:lstStyle/>
          <a:p>
            <a:pPr algn="ctr"/>
            <a:r>
              <a:rPr lang="en-US" sz="6600" dirty="0"/>
              <a:t>Any Questions</a:t>
            </a:r>
          </a:p>
        </p:txBody>
      </p:sp>
      <p:pic>
        <p:nvPicPr>
          <p:cNvPr id="1026" name="Picture 2">
            <a:extLst>
              <a:ext uri="{FF2B5EF4-FFF2-40B4-BE49-F238E27FC236}">
                <a16:creationId xmlns:a16="http://schemas.microsoft.com/office/drawing/2014/main" id="{B8F55834-FD44-55E2-893B-5727000FF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6525" y="758952"/>
            <a:ext cx="1707134" cy="3566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854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5C8FDD-808B-B420-2A1A-53053AB58E3F}"/>
              </a:ext>
            </a:extLst>
          </p:cNvPr>
          <p:cNvSpPr>
            <a:spLocks noGrp="1"/>
          </p:cNvSpPr>
          <p:nvPr>
            <p:ph type="title"/>
          </p:nvPr>
        </p:nvSpPr>
        <p:spPr/>
        <p:txBody>
          <a:bodyPr/>
          <a:lstStyle/>
          <a:p>
            <a:pPr algn="ctr"/>
            <a:r>
              <a:rPr lang="en-US" dirty="0"/>
              <a:t>Thank You</a:t>
            </a:r>
          </a:p>
        </p:txBody>
      </p:sp>
      <p:pic>
        <p:nvPicPr>
          <p:cNvPr id="6" name="Picture 4" descr="LPU Online - Apps on Google Play">
            <a:extLst>
              <a:ext uri="{FF2B5EF4-FFF2-40B4-BE49-F238E27FC236}">
                <a16:creationId xmlns:a16="http://schemas.microsoft.com/office/drawing/2014/main" id="{DCFBE851-04A4-B38E-0F3E-71CD0D2DD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0553" y="4325112"/>
            <a:ext cx="3893796" cy="194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0889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ver and End Slide Master">
  <a:themeElements>
    <a:clrScheme name="ALLPPT-COLOR-A34">
      <a:dk1>
        <a:sysClr val="windowText" lastClr="000000"/>
      </a:dk1>
      <a:lt1>
        <a:sysClr val="window" lastClr="FFFFFF"/>
      </a:lt1>
      <a:dk2>
        <a:srgbClr val="1F497D"/>
      </a:dk2>
      <a:lt2>
        <a:srgbClr val="EEECE1"/>
      </a:lt2>
      <a:accent1>
        <a:srgbClr val="277DBA"/>
      </a:accent1>
      <a:accent2>
        <a:srgbClr val="19A695"/>
      </a:accent2>
      <a:accent3>
        <a:srgbClr val="9AB854"/>
      </a:accent3>
      <a:accent4>
        <a:srgbClr val="EE9E13"/>
      </a:accent4>
      <a:accent5>
        <a:srgbClr val="BA3C2E"/>
      </a:accent5>
      <a:accent6>
        <a:srgbClr val="35455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910</TotalTime>
  <Words>630</Words>
  <Application>Microsoft Office PowerPoint</Application>
  <PresentationFormat>Widescreen</PresentationFormat>
  <Paragraphs>112</Paragraphs>
  <Slides>30</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30</vt:i4>
      </vt:variant>
    </vt:vector>
  </HeadingPairs>
  <TitlesOfParts>
    <vt:vector size="39" baseType="lpstr">
      <vt:lpstr>Abadi</vt:lpstr>
      <vt:lpstr>Apple Chancery</vt:lpstr>
      <vt:lpstr>Arial</vt:lpstr>
      <vt:lpstr>Calibri</vt:lpstr>
      <vt:lpstr>Calibri Light</vt:lpstr>
      <vt:lpstr>Gill Sans MT</vt:lpstr>
      <vt:lpstr>Lexend Deca</vt:lpstr>
      <vt:lpstr>Office Theme</vt:lpstr>
      <vt:lpstr>Cover and End Slide Master</vt:lpstr>
      <vt:lpstr>UNIT-VI  Conflict and Stress Management    “Conflict Management”   by P. B. Narendra Kiran M.B.A., M.Phil., (Ph.D.) Assistant Professor Mittal School of Business, L.P.U., Phagwara, Punjab</vt:lpstr>
      <vt:lpstr>PowerPoint Presentation</vt:lpstr>
      <vt:lpstr>PowerPoint Presentation</vt:lpstr>
      <vt:lpstr>PowerPoint Presentation</vt:lpstr>
      <vt:lpstr>What is Conflict?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Any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KIRAN</dc:creator>
  <cp:lastModifiedBy>NARENDRA KIRAN</cp:lastModifiedBy>
  <cp:revision>34</cp:revision>
  <dcterms:created xsi:type="dcterms:W3CDTF">2022-11-12T13:07:13Z</dcterms:created>
  <dcterms:modified xsi:type="dcterms:W3CDTF">2022-11-29T14:18:03Z</dcterms:modified>
</cp:coreProperties>
</file>