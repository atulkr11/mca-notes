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302" r:id="rId3"/>
    <p:sldId id="298" r:id="rId4"/>
    <p:sldId id="303" r:id="rId5"/>
    <p:sldId id="261" r:id="rId6"/>
    <p:sldId id="263" r:id="rId7"/>
    <p:sldId id="305" r:id="rId8"/>
    <p:sldId id="306" r:id="rId9"/>
    <p:sldId id="269" r:id="rId10"/>
    <p:sldId id="309" r:id="rId11"/>
    <p:sldId id="272" r:id="rId12"/>
    <p:sldId id="273" r:id="rId13"/>
    <p:sldId id="274" r:id="rId14"/>
    <p:sldId id="312" r:id="rId15"/>
    <p:sldId id="311" r:id="rId16"/>
    <p:sldId id="277" r:id="rId17"/>
    <p:sldId id="278" r:id="rId18"/>
    <p:sldId id="315" r:id="rId19"/>
    <p:sldId id="316" r:id="rId20"/>
    <p:sldId id="279" r:id="rId21"/>
    <p:sldId id="280" r:id="rId22"/>
    <p:sldId id="276" r:id="rId23"/>
    <p:sldId id="314" r:id="rId24"/>
    <p:sldId id="313" r:id="rId25"/>
    <p:sldId id="281" r:id="rId26"/>
    <p:sldId id="317" r:id="rId27"/>
    <p:sldId id="282" r:id="rId28"/>
    <p:sldId id="283" r:id="rId29"/>
    <p:sldId id="284" r:id="rId30"/>
    <p:sldId id="285" r:id="rId31"/>
    <p:sldId id="286" r:id="rId32"/>
    <p:sldId id="323" r:id="rId33"/>
    <p:sldId id="322" r:id="rId34"/>
    <p:sldId id="324" r:id="rId35"/>
    <p:sldId id="325" r:id="rId36"/>
    <p:sldId id="287" r:id="rId37"/>
    <p:sldId id="288" r:id="rId38"/>
    <p:sldId id="289" r:id="rId39"/>
    <p:sldId id="290" r:id="rId40"/>
    <p:sldId id="291" r:id="rId41"/>
    <p:sldId id="292" r:id="rId42"/>
    <p:sldId id="318" r:id="rId43"/>
    <p:sldId id="293" r:id="rId44"/>
    <p:sldId id="319" r:id="rId45"/>
    <p:sldId id="294" r:id="rId46"/>
    <p:sldId id="295" r:id="rId47"/>
    <p:sldId id="320" r:id="rId48"/>
    <p:sldId id="321" r:id="rId49"/>
    <p:sldId id="326" r:id="rId50"/>
    <p:sldId id="327" r:id="rId51"/>
    <p:sldId id="328" r:id="rId52"/>
    <p:sldId id="329" r:id="rId53"/>
    <p:sldId id="330" r:id="rId54"/>
    <p:sldId id="331" r:id="rId55"/>
    <p:sldId id="332"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ajinder jassal" initials="tj" lastIdx="1" clrIdx="0">
    <p:extLst>
      <p:ext uri="{19B8F6BF-5375-455C-9EA6-DF929625EA0E}">
        <p15:presenceInfo xmlns:p15="http://schemas.microsoft.com/office/powerpoint/2012/main" userId="664ab66df61ac6c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132" autoAdjust="0"/>
    <p:restoredTop sz="94660"/>
  </p:normalViewPr>
  <p:slideViewPr>
    <p:cSldViewPr snapToGrid="0">
      <p:cViewPr varScale="1">
        <p:scale>
          <a:sx n="71" d="100"/>
          <a:sy n="71" d="100"/>
        </p:scale>
        <p:origin x="102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commentAuthors" Target="commentAuthor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2-10-31T10:44:26.005" idx="1">
    <p:pos x="7776" y="97"/>
    <p:text/>
    <p:extLst>
      <p:ext uri="{C676402C-5697-4E1C-873F-D02D1690AC5C}">
        <p15:threadingInfo xmlns:p15="http://schemas.microsoft.com/office/powerpoint/2012/main" timeZoneBias="-33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8BD10-9E74-7952-01AE-25B0C7D683B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5154631-C697-FF1A-7E35-441CC1EC3A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CF1C707-34F3-65D3-E036-7268B3FC3B50}"/>
              </a:ext>
            </a:extLst>
          </p:cNvPr>
          <p:cNvSpPr>
            <a:spLocks noGrp="1"/>
          </p:cNvSpPr>
          <p:nvPr>
            <p:ph type="dt" sz="half" idx="10"/>
          </p:nvPr>
        </p:nvSpPr>
        <p:spPr/>
        <p:txBody>
          <a:bodyPr/>
          <a:lstStyle/>
          <a:p>
            <a:fld id="{AC8B2487-C401-43FC-BB38-096FE377E831}" type="datetimeFigureOut">
              <a:rPr lang="en-IN" smtClean="0"/>
              <a:t>04-11-2022</a:t>
            </a:fld>
            <a:endParaRPr lang="en-IN"/>
          </a:p>
        </p:txBody>
      </p:sp>
      <p:sp>
        <p:nvSpPr>
          <p:cNvPr id="5" name="Footer Placeholder 4">
            <a:extLst>
              <a:ext uri="{FF2B5EF4-FFF2-40B4-BE49-F238E27FC236}">
                <a16:creationId xmlns:a16="http://schemas.microsoft.com/office/drawing/2014/main" id="{1C57A836-66FE-25D3-7137-1C5518F8B0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9F5828-0F16-3862-A7A2-6520D43F3E41}"/>
              </a:ext>
            </a:extLst>
          </p:cNvPr>
          <p:cNvSpPr>
            <a:spLocks noGrp="1"/>
          </p:cNvSpPr>
          <p:nvPr>
            <p:ph type="sldNum" sz="quarter" idx="12"/>
          </p:nvPr>
        </p:nvSpPr>
        <p:spPr/>
        <p:txBody>
          <a:bodyPr/>
          <a:lstStyle/>
          <a:p>
            <a:fld id="{F4BDF0C9-2034-48EF-962D-A26F7CB06592}" type="slidenum">
              <a:rPr lang="en-IN" smtClean="0"/>
              <a:t>‹#›</a:t>
            </a:fld>
            <a:endParaRPr lang="en-IN"/>
          </a:p>
        </p:txBody>
      </p:sp>
    </p:spTree>
    <p:extLst>
      <p:ext uri="{BB962C8B-B14F-4D97-AF65-F5344CB8AC3E}">
        <p14:creationId xmlns:p14="http://schemas.microsoft.com/office/powerpoint/2010/main" val="308912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B5E7E-3A86-3C01-5394-6811BC0605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390AC57-FBD9-C87D-1A72-ECF33DA4DD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7840D8-5CE3-E06D-B04D-9B196B912B18}"/>
              </a:ext>
            </a:extLst>
          </p:cNvPr>
          <p:cNvSpPr>
            <a:spLocks noGrp="1"/>
          </p:cNvSpPr>
          <p:nvPr>
            <p:ph type="dt" sz="half" idx="10"/>
          </p:nvPr>
        </p:nvSpPr>
        <p:spPr/>
        <p:txBody>
          <a:bodyPr/>
          <a:lstStyle/>
          <a:p>
            <a:fld id="{AC8B2487-C401-43FC-BB38-096FE377E831}" type="datetimeFigureOut">
              <a:rPr lang="en-IN" smtClean="0"/>
              <a:t>04-11-2022</a:t>
            </a:fld>
            <a:endParaRPr lang="en-IN"/>
          </a:p>
        </p:txBody>
      </p:sp>
      <p:sp>
        <p:nvSpPr>
          <p:cNvPr id="5" name="Footer Placeholder 4">
            <a:extLst>
              <a:ext uri="{FF2B5EF4-FFF2-40B4-BE49-F238E27FC236}">
                <a16:creationId xmlns:a16="http://schemas.microsoft.com/office/drawing/2014/main" id="{07D043E7-303F-5EB4-5C99-2C334B3A5F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369E37-0940-DFC4-B1A7-E42B249E2A00}"/>
              </a:ext>
            </a:extLst>
          </p:cNvPr>
          <p:cNvSpPr>
            <a:spLocks noGrp="1"/>
          </p:cNvSpPr>
          <p:nvPr>
            <p:ph type="sldNum" sz="quarter" idx="12"/>
          </p:nvPr>
        </p:nvSpPr>
        <p:spPr/>
        <p:txBody>
          <a:bodyPr/>
          <a:lstStyle/>
          <a:p>
            <a:fld id="{F4BDF0C9-2034-48EF-962D-A26F7CB06592}" type="slidenum">
              <a:rPr lang="en-IN" smtClean="0"/>
              <a:t>‹#›</a:t>
            </a:fld>
            <a:endParaRPr lang="en-IN"/>
          </a:p>
        </p:txBody>
      </p:sp>
    </p:spTree>
    <p:extLst>
      <p:ext uri="{BB962C8B-B14F-4D97-AF65-F5344CB8AC3E}">
        <p14:creationId xmlns:p14="http://schemas.microsoft.com/office/powerpoint/2010/main" val="106326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533B8-12BE-C96F-180D-E3156D2A21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EFB7CAB-A785-D0CD-0E40-779CB775461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A55BE8A-6EFE-2CE2-73FD-938A5AD0A08C}"/>
              </a:ext>
            </a:extLst>
          </p:cNvPr>
          <p:cNvSpPr>
            <a:spLocks noGrp="1"/>
          </p:cNvSpPr>
          <p:nvPr>
            <p:ph type="dt" sz="half" idx="10"/>
          </p:nvPr>
        </p:nvSpPr>
        <p:spPr/>
        <p:txBody>
          <a:bodyPr/>
          <a:lstStyle/>
          <a:p>
            <a:fld id="{AC8B2487-C401-43FC-BB38-096FE377E831}" type="datetimeFigureOut">
              <a:rPr lang="en-IN" smtClean="0"/>
              <a:t>04-11-2022</a:t>
            </a:fld>
            <a:endParaRPr lang="en-IN"/>
          </a:p>
        </p:txBody>
      </p:sp>
      <p:sp>
        <p:nvSpPr>
          <p:cNvPr id="5" name="Footer Placeholder 4">
            <a:extLst>
              <a:ext uri="{FF2B5EF4-FFF2-40B4-BE49-F238E27FC236}">
                <a16:creationId xmlns:a16="http://schemas.microsoft.com/office/drawing/2014/main" id="{09DA99DC-2BDA-F31A-2DB5-0775D9833E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46C5BE-7214-E361-4611-DAD01E30CBB3}"/>
              </a:ext>
            </a:extLst>
          </p:cNvPr>
          <p:cNvSpPr>
            <a:spLocks noGrp="1"/>
          </p:cNvSpPr>
          <p:nvPr>
            <p:ph type="sldNum" sz="quarter" idx="12"/>
          </p:nvPr>
        </p:nvSpPr>
        <p:spPr/>
        <p:txBody>
          <a:bodyPr/>
          <a:lstStyle/>
          <a:p>
            <a:fld id="{F4BDF0C9-2034-48EF-962D-A26F7CB06592}" type="slidenum">
              <a:rPr lang="en-IN" smtClean="0"/>
              <a:t>‹#›</a:t>
            </a:fld>
            <a:endParaRPr lang="en-IN"/>
          </a:p>
        </p:txBody>
      </p:sp>
    </p:spTree>
    <p:extLst>
      <p:ext uri="{BB962C8B-B14F-4D97-AF65-F5344CB8AC3E}">
        <p14:creationId xmlns:p14="http://schemas.microsoft.com/office/powerpoint/2010/main" val="12563114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6E41-EE20-6EE8-434C-B76C52B3B88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5A15DFF-6897-2676-7797-665F573D923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8E53406-536E-6F81-41AE-9B24AC1BDDC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05F7198-A8B3-945E-8273-1AEB3B36575D}"/>
              </a:ext>
            </a:extLst>
          </p:cNvPr>
          <p:cNvSpPr>
            <a:spLocks noGrp="1"/>
          </p:cNvSpPr>
          <p:nvPr>
            <p:ph type="dt" sz="half" idx="10"/>
          </p:nvPr>
        </p:nvSpPr>
        <p:spPr/>
        <p:txBody>
          <a:bodyPr/>
          <a:lstStyle/>
          <a:p>
            <a:fld id="{AC8B2487-C401-43FC-BB38-096FE377E831}" type="datetimeFigureOut">
              <a:rPr lang="en-IN" smtClean="0"/>
              <a:t>04-11-2022</a:t>
            </a:fld>
            <a:endParaRPr lang="en-IN"/>
          </a:p>
        </p:txBody>
      </p:sp>
      <p:sp>
        <p:nvSpPr>
          <p:cNvPr id="6" name="Footer Placeholder 5">
            <a:extLst>
              <a:ext uri="{FF2B5EF4-FFF2-40B4-BE49-F238E27FC236}">
                <a16:creationId xmlns:a16="http://schemas.microsoft.com/office/drawing/2014/main" id="{B0CE4E87-1BDA-8A3F-BE65-4AEA9A034BD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D5872D9-4B18-CA05-F9C4-C8E1022C5572}"/>
              </a:ext>
            </a:extLst>
          </p:cNvPr>
          <p:cNvSpPr>
            <a:spLocks noGrp="1"/>
          </p:cNvSpPr>
          <p:nvPr>
            <p:ph type="sldNum" sz="quarter" idx="12"/>
          </p:nvPr>
        </p:nvSpPr>
        <p:spPr/>
        <p:txBody>
          <a:bodyPr/>
          <a:lstStyle/>
          <a:p>
            <a:fld id="{F4BDF0C9-2034-48EF-962D-A26F7CB06592}" type="slidenum">
              <a:rPr lang="en-IN" smtClean="0"/>
              <a:t>‹#›</a:t>
            </a:fld>
            <a:endParaRPr lang="en-IN"/>
          </a:p>
        </p:txBody>
      </p:sp>
    </p:spTree>
    <p:extLst>
      <p:ext uri="{BB962C8B-B14F-4D97-AF65-F5344CB8AC3E}">
        <p14:creationId xmlns:p14="http://schemas.microsoft.com/office/powerpoint/2010/main" val="42508658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244A5-EA9B-7F26-74AD-6BB2348969F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B733D32-ED9A-0B71-549A-2DBE629943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C7F482C-E353-0A8B-9D4D-156C56A90DF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E842606-7B03-0C79-F740-497B8A447DA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D1F4D8-5720-B742-5676-DD906DEF5F6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5B23B85-9331-332A-C026-8D5FD68D0F9B}"/>
              </a:ext>
            </a:extLst>
          </p:cNvPr>
          <p:cNvSpPr>
            <a:spLocks noGrp="1"/>
          </p:cNvSpPr>
          <p:nvPr>
            <p:ph type="dt" sz="half" idx="10"/>
          </p:nvPr>
        </p:nvSpPr>
        <p:spPr/>
        <p:txBody>
          <a:bodyPr/>
          <a:lstStyle/>
          <a:p>
            <a:fld id="{AC8B2487-C401-43FC-BB38-096FE377E831}" type="datetimeFigureOut">
              <a:rPr lang="en-IN" smtClean="0"/>
              <a:t>04-11-2022</a:t>
            </a:fld>
            <a:endParaRPr lang="en-IN"/>
          </a:p>
        </p:txBody>
      </p:sp>
      <p:sp>
        <p:nvSpPr>
          <p:cNvPr id="8" name="Footer Placeholder 7">
            <a:extLst>
              <a:ext uri="{FF2B5EF4-FFF2-40B4-BE49-F238E27FC236}">
                <a16:creationId xmlns:a16="http://schemas.microsoft.com/office/drawing/2014/main" id="{E97996A1-D3CD-E8CA-F2D9-0D50F0B2489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82762BF-1117-C53F-A20B-613B4248DF9B}"/>
              </a:ext>
            </a:extLst>
          </p:cNvPr>
          <p:cNvSpPr>
            <a:spLocks noGrp="1"/>
          </p:cNvSpPr>
          <p:nvPr>
            <p:ph type="sldNum" sz="quarter" idx="12"/>
          </p:nvPr>
        </p:nvSpPr>
        <p:spPr/>
        <p:txBody>
          <a:bodyPr/>
          <a:lstStyle/>
          <a:p>
            <a:fld id="{F4BDF0C9-2034-48EF-962D-A26F7CB06592}" type="slidenum">
              <a:rPr lang="en-IN" smtClean="0"/>
              <a:t>‹#›</a:t>
            </a:fld>
            <a:endParaRPr lang="en-IN"/>
          </a:p>
        </p:txBody>
      </p:sp>
    </p:spTree>
    <p:extLst>
      <p:ext uri="{BB962C8B-B14F-4D97-AF65-F5344CB8AC3E}">
        <p14:creationId xmlns:p14="http://schemas.microsoft.com/office/powerpoint/2010/main" val="9253918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30858-CD75-48CD-5A16-820F51E90B3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4C8AB14-743E-9E75-12BC-435E5FCA8DE8}"/>
              </a:ext>
            </a:extLst>
          </p:cNvPr>
          <p:cNvSpPr>
            <a:spLocks noGrp="1"/>
          </p:cNvSpPr>
          <p:nvPr>
            <p:ph type="dt" sz="half" idx="10"/>
          </p:nvPr>
        </p:nvSpPr>
        <p:spPr/>
        <p:txBody>
          <a:bodyPr/>
          <a:lstStyle/>
          <a:p>
            <a:fld id="{AC8B2487-C401-43FC-BB38-096FE377E831}" type="datetimeFigureOut">
              <a:rPr lang="en-IN" smtClean="0"/>
              <a:t>04-11-2022</a:t>
            </a:fld>
            <a:endParaRPr lang="en-IN"/>
          </a:p>
        </p:txBody>
      </p:sp>
      <p:sp>
        <p:nvSpPr>
          <p:cNvPr id="4" name="Footer Placeholder 3">
            <a:extLst>
              <a:ext uri="{FF2B5EF4-FFF2-40B4-BE49-F238E27FC236}">
                <a16:creationId xmlns:a16="http://schemas.microsoft.com/office/drawing/2014/main" id="{6B118C35-7BDA-0F1A-606E-86EC9E9A0ED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5B17536-766E-10FB-6D5B-2960E0AC1173}"/>
              </a:ext>
            </a:extLst>
          </p:cNvPr>
          <p:cNvSpPr>
            <a:spLocks noGrp="1"/>
          </p:cNvSpPr>
          <p:nvPr>
            <p:ph type="sldNum" sz="quarter" idx="12"/>
          </p:nvPr>
        </p:nvSpPr>
        <p:spPr/>
        <p:txBody>
          <a:bodyPr/>
          <a:lstStyle/>
          <a:p>
            <a:fld id="{F4BDF0C9-2034-48EF-962D-A26F7CB06592}" type="slidenum">
              <a:rPr lang="en-IN" smtClean="0"/>
              <a:t>‹#›</a:t>
            </a:fld>
            <a:endParaRPr lang="en-IN"/>
          </a:p>
        </p:txBody>
      </p:sp>
    </p:spTree>
    <p:extLst>
      <p:ext uri="{BB962C8B-B14F-4D97-AF65-F5344CB8AC3E}">
        <p14:creationId xmlns:p14="http://schemas.microsoft.com/office/powerpoint/2010/main" val="37766081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BE1963-7F56-C028-BA39-C8E26CB724F4}"/>
              </a:ext>
            </a:extLst>
          </p:cNvPr>
          <p:cNvSpPr>
            <a:spLocks noGrp="1"/>
          </p:cNvSpPr>
          <p:nvPr>
            <p:ph type="dt" sz="half" idx="10"/>
          </p:nvPr>
        </p:nvSpPr>
        <p:spPr/>
        <p:txBody>
          <a:bodyPr/>
          <a:lstStyle/>
          <a:p>
            <a:fld id="{AC8B2487-C401-43FC-BB38-096FE377E831}" type="datetimeFigureOut">
              <a:rPr lang="en-IN" smtClean="0"/>
              <a:t>04-11-2022</a:t>
            </a:fld>
            <a:endParaRPr lang="en-IN"/>
          </a:p>
        </p:txBody>
      </p:sp>
      <p:sp>
        <p:nvSpPr>
          <p:cNvPr id="3" name="Footer Placeholder 2">
            <a:extLst>
              <a:ext uri="{FF2B5EF4-FFF2-40B4-BE49-F238E27FC236}">
                <a16:creationId xmlns:a16="http://schemas.microsoft.com/office/drawing/2014/main" id="{658BB90A-008E-9F79-553E-A17758021BF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6910F03-2CD5-8F44-7B42-0DDDA2ECB59B}"/>
              </a:ext>
            </a:extLst>
          </p:cNvPr>
          <p:cNvSpPr>
            <a:spLocks noGrp="1"/>
          </p:cNvSpPr>
          <p:nvPr>
            <p:ph type="sldNum" sz="quarter" idx="12"/>
          </p:nvPr>
        </p:nvSpPr>
        <p:spPr/>
        <p:txBody>
          <a:bodyPr/>
          <a:lstStyle/>
          <a:p>
            <a:fld id="{F4BDF0C9-2034-48EF-962D-A26F7CB06592}" type="slidenum">
              <a:rPr lang="en-IN" smtClean="0"/>
              <a:t>‹#›</a:t>
            </a:fld>
            <a:endParaRPr lang="en-IN"/>
          </a:p>
        </p:txBody>
      </p:sp>
    </p:spTree>
    <p:extLst>
      <p:ext uri="{BB962C8B-B14F-4D97-AF65-F5344CB8AC3E}">
        <p14:creationId xmlns:p14="http://schemas.microsoft.com/office/powerpoint/2010/main" val="1478283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29D54-3BC8-6973-D249-14E199247E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A39A4B1-B675-E909-0EF1-9201821D1A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71343D4-8FAA-B8B6-BBEE-CEA03D0760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627A9C-5E08-5F4F-334F-664225C7A8D4}"/>
              </a:ext>
            </a:extLst>
          </p:cNvPr>
          <p:cNvSpPr>
            <a:spLocks noGrp="1"/>
          </p:cNvSpPr>
          <p:nvPr>
            <p:ph type="dt" sz="half" idx="10"/>
          </p:nvPr>
        </p:nvSpPr>
        <p:spPr/>
        <p:txBody>
          <a:bodyPr/>
          <a:lstStyle/>
          <a:p>
            <a:fld id="{AC8B2487-C401-43FC-BB38-096FE377E831}" type="datetimeFigureOut">
              <a:rPr lang="en-IN" smtClean="0"/>
              <a:t>04-11-2022</a:t>
            </a:fld>
            <a:endParaRPr lang="en-IN"/>
          </a:p>
        </p:txBody>
      </p:sp>
      <p:sp>
        <p:nvSpPr>
          <p:cNvPr id="6" name="Footer Placeholder 5">
            <a:extLst>
              <a:ext uri="{FF2B5EF4-FFF2-40B4-BE49-F238E27FC236}">
                <a16:creationId xmlns:a16="http://schemas.microsoft.com/office/drawing/2014/main" id="{F14B1F00-A3CD-025C-B27D-A9E5D79637A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96BB7A9-288C-0A65-1C8A-4E8B9BCE3576}"/>
              </a:ext>
            </a:extLst>
          </p:cNvPr>
          <p:cNvSpPr>
            <a:spLocks noGrp="1"/>
          </p:cNvSpPr>
          <p:nvPr>
            <p:ph type="sldNum" sz="quarter" idx="12"/>
          </p:nvPr>
        </p:nvSpPr>
        <p:spPr/>
        <p:txBody>
          <a:bodyPr/>
          <a:lstStyle/>
          <a:p>
            <a:fld id="{F4BDF0C9-2034-48EF-962D-A26F7CB06592}" type="slidenum">
              <a:rPr lang="en-IN" smtClean="0"/>
              <a:t>‹#›</a:t>
            </a:fld>
            <a:endParaRPr lang="en-IN"/>
          </a:p>
        </p:txBody>
      </p:sp>
    </p:spTree>
    <p:extLst>
      <p:ext uri="{BB962C8B-B14F-4D97-AF65-F5344CB8AC3E}">
        <p14:creationId xmlns:p14="http://schemas.microsoft.com/office/powerpoint/2010/main" val="39071465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971F1-20A6-59FC-2E07-B9D96B43C6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DBF9B16-6AE3-C14C-7DAB-5F6F188F7B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9068BCC-8E0D-F2C7-F266-BD1FCE95A9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8140E1-0C14-105C-B488-8275188FC607}"/>
              </a:ext>
            </a:extLst>
          </p:cNvPr>
          <p:cNvSpPr>
            <a:spLocks noGrp="1"/>
          </p:cNvSpPr>
          <p:nvPr>
            <p:ph type="dt" sz="half" idx="10"/>
          </p:nvPr>
        </p:nvSpPr>
        <p:spPr/>
        <p:txBody>
          <a:bodyPr/>
          <a:lstStyle/>
          <a:p>
            <a:fld id="{AC8B2487-C401-43FC-BB38-096FE377E831}" type="datetimeFigureOut">
              <a:rPr lang="en-IN" smtClean="0"/>
              <a:t>04-11-2022</a:t>
            </a:fld>
            <a:endParaRPr lang="en-IN"/>
          </a:p>
        </p:txBody>
      </p:sp>
      <p:sp>
        <p:nvSpPr>
          <p:cNvPr id="6" name="Footer Placeholder 5">
            <a:extLst>
              <a:ext uri="{FF2B5EF4-FFF2-40B4-BE49-F238E27FC236}">
                <a16:creationId xmlns:a16="http://schemas.microsoft.com/office/drawing/2014/main" id="{5E75F5E5-2BB1-CF12-3920-21D7A0545A1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77D2FB4-1D63-2F97-C748-E7B551787B1C}"/>
              </a:ext>
            </a:extLst>
          </p:cNvPr>
          <p:cNvSpPr>
            <a:spLocks noGrp="1"/>
          </p:cNvSpPr>
          <p:nvPr>
            <p:ph type="sldNum" sz="quarter" idx="12"/>
          </p:nvPr>
        </p:nvSpPr>
        <p:spPr/>
        <p:txBody>
          <a:bodyPr/>
          <a:lstStyle/>
          <a:p>
            <a:fld id="{F4BDF0C9-2034-48EF-962D-A26F7CB06592}" type="slidenum">
              <a:rPr lang="en-IN" smtClean="0"/>
              <a:t>‹#›</a:t>
            </a:fld>
            <a:endParaRPr lang="en-IN"/>
          </a:p>
        </p:txBody>
      </p:sp>
    </p:spTree>
    <p:extLst>
      <p:ext uri="{BB962C8B-B14F-4D97-AF65-F5344CB8AC3E}">
        <p14:creationId xmlns:p14="http://schemas.microsoft.com/office/powerpoint/2010/main" val="34656869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EB79E-0AC4-8C30-ADD4-5D36148FE7A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7140AB1-35E5-E5C1-D3ED-61A3F1DE3AD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9CC0DCC-DF9E-9FEC-26FE-25E2C87AF355}"/>
              </a:ext>
            </a:extLst>
          </p:cNvPr>
          <p:cNvSpPr>
            <a:spLocks noGrp="1"/>
          </p:cNvSpPr>
          <p:nvPr>
            <p:ph type="dt" sz="half" idx="10"/>
          </p:nvPr>
        </p:nvSpPr>
        <p:spPr/>
        <p:txBody>
          <a:bodyPr/>
          <a:lstStyle/>
          <a:p>
            <a:fld id="{AC8B2487-C401-43FC-BB38-096FE377E831}" type="datetimeFigureOut">
              <a:rPr lang="en-IN" smtClean="0"/>
              <a:t>04-11-2022</a:t>
            </a:fld>
            <a:endParaRPr lang="en-IN"/>
          </a:p>
        </p:txBody>
      </p:sp>
      <p:sp>
        <p:nvSpPr>
          <p:cNvPr id="5" name="Footer Placeholder 4">
            <a:extLst>
              <a:ext uri="{FF2B5EF4-FFF2-40B4-BE49-F238E27FC236}">
                <a16:creationId xmlns:a16="http://schemas.microsoft.com/office/drawing/2014/main" id="{954A4A07-CA23-5E66-FDE6-E7E2E011CF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BFF481-805D-6690-3271-B88FADBAE3F3}"/>
              </a:ext>
            </a:extLst>
          </p:cNvPr>
          <p:cNvSpPr>
            <a:spLocks noGrp="1"/>
          </p:cNvSpPr>
          <p:nvPr>
            <p:ph type="sldNum" sz="quarter" idx="12"/>
          </p:nvPr>
        </p:nvSpPr>
        <p:spPr/>
        <p:txBody>
          <a:bodyPr/>
          <a:lstStyle/>
          <a:p>
            <a:fld id="{F4BDF0C9-2034-48EF-962D-A26F7CB06592}" type="slidenum">
              <a:rPr lang="en-IN" smtClean="0"/>
              <a:t>‹#›</a:t>
            </a:fld>
            <a:endParaRPr lang="en-IN"/>
          </a:p>
        </p:txBody>
      </p:sp>
    </p:spTree>
    <p:extLst>
      <p:ext uri="{BB962C8B-B14F-4D97-AF65-F5344CB8AC3E}">
        <p14:creationId xmlns:p14="http://schemas.microsoft.com/office/powerpoint/2010/main" val="185485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D7A6D7-BB67-F7CA-227D-24AE40308B8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727310E-8E0D-70AC-1BA6-3D6FB600767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FB3C4-EE91-42CE-394A-BB168A948B71}"/>
              </a:ext>
            </a:extLst>
          </p:cNvPr>
          <p:cNvSpPr>
            <a:spLocks noGrp="1"/>
          </p:cNvSpPr>
          <p:nvPr>
            <p:ph type="dt" sz="half" idx="10"/>
          </p:nvPr>
        </p:nvSpPr>
        <p:spPr/>
        <p:txBody>
          <a:bodyPr/>
          <a:lstStyle/>
          <a:p>
            <a:fld id="{AC8B2487-C401-43FC-BB38-096FE377E831}" type="datetimeFigureOut">
              <a:rPr lang="en-IN" smtClean="0"/>
              <a:t>04-11-2022</a:t>
            </a:fld>
            <a:endParaRPr lang="en-IN"/>
          </a:p>
        </p:txBody>
      </p:sp>
      <p:sp>
        <p:nvSpPr>
          <p:cNvPr id="5" name="Footer Placeholder 4">
            <a:extLst>
              <a:ext uri="{FF2B5EF4-FFF2-40B4-BE49-F238E27FC236}">
                <a16:creationId xmlns:a16="http://schemas.microsoft.com/office/drawing/2014/main" id="{4935097A-0B78-D27D-8984-7BD4C083BA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C72A9F-EB99-629C-E38F-844B0067F5D8}"/>
              </a:ext>
            </a:extLst>
          </p:cNvPr>
          <p:cNvSpPr>
            <a:spLocks noGrp="1"/>
          </p:cNvSpPr>
          <p:nvPr>
            <p:ph type="sldNum" sz="quarter" idx="12"/>
          </p:nvPr>
        </p:nvSpPr>
        <p:spPr/>
        <p:txBody>
          <a:bodyPr/>
          <a:lstStyle/>
          <a:p>
            <a:fld id="{F4BDF0C9-2034-48EF-962D-A26F7CB06592}" type="slidenum">
              <a:rPr lang="en-IN" smtClean="0"/>
              <a:t>‹#›</a:t>
            </a:fld>
            <a:endParaRPr lang="en-IN"/>
          </a:p>
        </p:txBody>
      </p:sp>
    </p:spTree>
    <p:extLst>
      <p:ext uri="{BB962C8B-B14F-4D97-AF65-F5344CB8AC3E}">
        <p14:creationId xmlns:p14="http://schemas.microsoft.com/office/powerpoint/2010/main" val="10513701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472BA3-FE1F-136F-614F-91F732ADB5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4100C33-5CB3-9885-8B10-C447366557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7B9A954-62C4-617A-C218-4112A39BD0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8B2487-C401-43FC-BB38-096FE377E831}" type="datetimeFigureOut">
              <a:rPr lang="en-IN" smtClean="0"/>
              <a:t>04-11-2022</a:t>
            </a:fld>
            <a:endParaRPr lang="en-IN"/>
          </a:p>
        </p:txBody>
      </p:sp>
      <p:sp>
        <p:nvSpPr>
          <p:cNvPr id="5" name="Footer Placeholder 4">
            <a:extLst>
              <a:ext uri="{FF2B5EF4-FFF2-40B4-BE49-F238E27FC236}">
                <a16:creationId xmlns:a16="http://schemas.microsoft.com/office/drawing/2014/main" id="{14E454B2-F436-C769-7A57-BFF68D198F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1486523-8BE6-77FE-CE55-766B5E2EEA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BDF0C9-2034-48EF-962D-A26F7CB06592}" type="slidenum">
              <a:rPr lang="en-IN" smtClean="0"/>
              <a:t>‹#›</a:t>
            </a:fld>
            <a:endParaRPr lang="en-IN"/>
          </a:p>
        </p:txBody>
      </p:sp>
    </p:spTree>
    <p:extLst>
      <p:ext uri="{BB962C8B-B14F-4D97-AF65-F5344CB8AC3E}">
        <p14:creationId xmlns:p14="http://schemas.microsoft.com/office/powerpoint/2010/main" val="4552047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78B97-8D8A-72BD-C882-4CBE26F8AD8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C72EB0F-F5F2-A948-7FAF-3EAB0C2045C3}"/>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22E57583-7430-10B5-1321-81EE8A7F79A2}"/>
              </a:ext>
            </a:extLst>
          </p:cNvPr>
          <p:cNvPicPr>
            <a:picLocks noChangeAspect="1"/>
          </p:cNvPicPr>
          <p:nvPr/>
        </p:nvPicPr>
        <p:blipFill>
          <a:blip r:embed="rId2"/>
          <a:stretch>
            <a:fillRect/>
          </a:stretch>
        </p:blipFill>
        <p:spPr>
          <a:xfrm>
            <a:off x="762" y="428"/>
            <a:ext cx="12190476" cy="6857143"/>
          </a:xfrm>
          <a:prstGeom prst="rect">
            <a:avLst/>
          </a:prstGeom>
        </p:spPr>
      </p:pic>
    </p:spTree>
    <p:extLst>
      <p:ext uri="{BB962C8B-B14F-4D97-AF65-F5344CB8AC3E}">
        <p14:creationId xmlns:p14="http://schemas.microsoft.com/office/powerpoint/2010/main" val="564231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1271F-B15A-1F6E-61A1-AEA7ED845BC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2172E8F-2B8B-34B9-2852-94803CCC2CC7}"/>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C9C38694-CE27-4FD4-2BAC-A905E11B653A}"/>
              </a:ext>
            </a:extLst>
          </p:cNvPr>
          <p:cNvPicPr>
            <a:picLocks noChangeAspect="1"/>
          </p:cNvPicPr>
          <p:nvPr/>
        </p:nvPicPr>
        <p:blipFill>
          <a:blip r:embed="rId2"/>
          <a:stretch>
            <a:fillRect/>
          </a:stretch>
        </p:blipFill>
        <p:spPr>
          <a:xfrm>
            <a:off x="242888" y="0"/>
            <a:ext cx="11815762" cy="6858000"/>
          </a:xfrm>
          <a:prstGeom prst="rect">
            <a:avLst/>
          </a:prstGeom>
        </p:spPr>
      </p:pic>
    </p:spTree>
    <p:extLst>
      <p:ext uri="{BB962C8B-B14F-4D97-AF65-F5344CB8AC3E}">
        <p14:creationId xmlns:p14="http://schemas.microsoft.com/office/powerpoint/2010/main" val="3679597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3F533-1779-E4AF-93CA-1EB78794CFF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1E3A7F7-7CD2-628E-F64C-EFBA2611F5DB}"/>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11B4FD88-C361-6B94-2984-3CB67C6089FC}"/>
              </a:ext>
            </a:extLst>
          </p:cNvPr>
          <p:cNvPicPr>
            <a:picLocks noChangeAspect="1"/>
          </p:cNvPicPr>
          <p:nvPr/>
        </p:nvPicPr>
        <p:blipFill>
          <a:blip r:embed="rId2"/>
          <a:stretch>
            <a:fillRect/>
          </a:stretch>
        </p:blipFill>
        <p:spPr>
          <a:xfrm>
            <a:off x="271463" y="0"/>
            <a:ext cx="11701461" cy="6858000"/>
          </a:xfrm>
          <a:prstGeom prst="rect">
            <a:avLst/>
          </a:prstGeom>
        </p:spPr>
      </p:pic>
    </p:spTree>
    <p:extLst>
      <p:ext uri="{BB962C8B-B14F-4D97-AF65-F5344CB8AC3E}">
        <p14:creationId xmlns:p14="http://schemas.microsoft.com/office/powerpoint/2010/main" val="19912355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532F3-508F-5681-1E3B-DCDFA138AA3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77D7B46-5569-C98D-8679-05729BDCE84D}"/>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67268E52-E8A7-B4EC-41D5-4664EB9B8B25}"/>
              </a:ext>
            </a:extLst>
          </p:cNvPr>
          <p:cNvPicPr>
            <a:picLocks noChangeAspect="1"/>
          </p:cNvPicPr>
          <p:nvPr/>
        </p:nvPicPr>
        <p:blipFill>
          <a:blip r:embed="rId2"/>
          <a:stretch>
            <a:fillRect/>
          </a:stretch>
        </p:blipFill>
        <p:spPr>
          <a:xfrm>
            <a:off x="17930" y="0"/>
            <a:ext cx="11840695" cy="6858000"/>
          </a:xfrm>
          <a:prstGeom prst="rect">
            <a:avLst/>
          </a:prstGeom>
        </p:spPr>
      </p:pic>
    </p:spTree>
    <p:extLst>
      <p:ext uri="{BB962C8B-B14F-4D97-AF65-F5344CB8AC3E}">
        <p14:creationId xmlns:p14="http://schemas.microsoft.com/office/powerpoint/2010/main" val="11424363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B030-9EA5-4566-65B9-75D6858088E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E2DD7A3-6E50-67EC-68C7-02F93C6F38A4}"/>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9EB4B6BF-577D-5936-32D1-A34A53A73FEE}"/>
              </a:ext>
            </a:extLst>
          </p:cNvPr>
          <p:cNvPicPr>
            <a:picLocks noChangeAspect="1"/>
          </p:cNvPicPr>
          <p:nvPr/>
        </p:nvPicPr>
        <p:blipFill>
          <a:blip r:embed="rId2"/>
          <a:stretch>
            <a:fillRect/>
          </a:stretch>
        </p:blipFill>
        <p:spPr>
          <a:xfrm>
            <a:off x="12695" y="31907"/>
            <a:ext cx="12166610" cy="6851337"/>
          </a:xfrm>
          <a:prstGeom prst="rect">
            <a:avLst/>
          </a:prstGeom>
        </p:spPr>
      </p:pic>
    </p:spTree>
    <p:extLst>
      <p:ext uri="{BB962C8B-B14F-4D97-AF65-F5344CB8AC3E}">
        <p14:creationId xmlns:p14="http://schemas.microsoft.com/office/powerpoint/2010/main" val="14145324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EB160-8BB2-9788-A8D0-7A563AD3B56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4A3B204-BE6F-D42C-A4B5-4F668972D521}"/>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CA06150C-50B5-505B-D4D3-FFEB90F78212}"/>
              </a:ext>
            </a:extLst>
          </p:cNvPr>
          <p:cNvPicPr>
            <a:picLocks noChangeAspect="1"/>
          </p:cNvPicPr>
          <p:nvPr/>
        </p:nvPicPr>
        <p:blipFill>
          <a:blip r:embed="rId2"/>
          <a:stretch>
            <a:fillRect/>
          </a:stretch>
        </p:blipFill>
        <p:spPr>
          <a:xfrm>
            <a:off x="12695" y="3331"/>
            <a:ext cx="12166610" cy="6851337"/>
          </a:xfrm>
          <a:prstGeom prst="rect">
            <a:avLst/>
          </a:prstGeom>
        </p:spPr>
      </p:pic>
    </p:spTree>
    <p:extLst>
      <p:ext uri="{BB962C8B-B14F-4D97-AF65-F5344CB8AC3E}">
        <p14:creationId xmlns:p14="http://schemas.microsoft.com/office/powerpoint/2010/main" val="15714583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5C55D-5EF0-06F0-E9C7-034F0E569A2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7F981D9-C61E-7190-A458-0E7C27C97ECC}"/>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CD764F61-05B5-0DE3-F02F-5AEBC44D53CE}"/>
              </a:ext>
            </a:extLst>
          </p:cNvPr>
          <p:cNvPicPr>
            <a:picLocks noChangeAspect="1"/>
          </p:cNvPicPr>
          <p:nvPr/>
        </p:nvPicPr>
        <p:blipFill rotWithShape="1">
          <a:blip r:embed="rId2"/>
          <a:srcRect l="17930" t="24640" r="45742" b="28739"/>
          <a:stretch/>
        </p:blipFill>
        <p:spPr>
          <a:xfrm>
            <a:off x="314325" y="365125"/>
            <a:ext cx="11558587" cy="6127750"/>
          </a:xfrm>
          <a:prstGeom prst="rect">
            <a:avLst/>
          </a:prstGeom>
        </p:spPr>
      </p:pic>
    </p:spTree>
    <p:extLst>
      <p:ext uri="{BB962C8B-B14F-4D97-AF65-F5344CB8AC3E}">
        <p14:creationId xmlns:p14="http://schemas.microsoft.com/office/powerpoint/2010/main" val="28737577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2E803-6E17-FDE4-3687-3C91E75FBC7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8C0F2B1-0E62-3D56-E43D-B22BE3C6EE50}"/>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21626D9E-BF2A-3D06-4A84-0E69E7C9AFF9}"/>
              </a:ext>
            </a:extLst>
          </p:cNvPr>
          <p:cNvPicPr>
            <a:picLocks noChangeAspect="1"/>
          </p:cNvPicPr>
          <p:nvPr/>
        </p:nvPicPr>
        <p:blipFill>
          <a:blip r:embed="rId2"/>
          <a:stretch>
            <a:fillRect/>
          </a:stretch>
        </p:blipFill>
        <p:spPr>
          <a:xfrm>
            <a:off x="12695" y="17619"/>
            <a:ext cx="12166610" cy="6851337"/>
          </a:xfrm>
          <a:prstGeom prst="rect">
            <a:avLst/>
          </a:prstGeom>
        </p:spPr>
      </p:pic>
    </p:spTree>
    <p:extLst>
      <p:ext uri="{BB962C8B-B14F-4D97-AF65-F5344CB8AC3E}">
        <p14:creationId xmlns:p14="http://schemas.microsoft.com/office/powerpoint/2010/main" val="3340697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C16DC-71FF-CDEC-E797-6B6A5C24BF4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3E87603-C280-5D1D-3662-3466470818ED}"/>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42C8F2BB-6386-CCD8-67C5-E5771D8E854D}"/>
              </a:ext>
            </a:extLst>
          </p:cNvPr>
          <p:cNvPicPr>
            <a:picLocks noChangeAspect="1"/>
          </p:cNvPicPr>
          <p:nvPr/>
        </p:nvPicPr>
        <p:blipFill>
          <a:blip r:embed="rId2"/>
          <a:stretch>
            <a:fillRect/>
          </a:stretch>
        </p:blipFill>
        <p:spPr>
          <a:xfrm>
            <a:off x="12695" y="3331"/>
            <a:ext cx="12166610" cy="6851337"/>
          </a:xfrm>
          <a:prstGeom prst="rect">
            <a:avLst/>
          </a:prstGeom>
        </p:spPr>
      </p:pic>
    </p:spTree>
    <p:extLst>
      <p:ext uri="{BB962C8B-B14F-4D97-AF65-F5344CB8AC3E}">
        <p14:creationId xmlns:p14="http://schemas.microsoft.com/office/powerpoint/2010/main" val="10870675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78186-A99F-A48F-CD6F-08CE2C6C71D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B82D9D4-9420-2BCF-E51B-2EA75BEDE6DE}"/>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186EF423-2E8E-C0B8-2108-71C61A5EC8CF}"/>
              </a:ext>
            </a:extLst>
          </p:cNvPr>
          <p:cNvPicPr>
            <a:picLocks noChangeAspect="1"/>
          </p:cNvPicPr>
          <p:nvPr/>
        </p:nvPicPr>
        <p:blipFill rotWithShape="1">
          <a:blip r:embed="rId2"/>
          <a:srcRect l="18632" t="24641" r="45626" b="28740"/>
          <a:stretch/>
        </p:blipFill>
        <p:spPr>
          <a:xfrm>
            <a:off x="838200" y="365126"/>
            <a:ext cx="10515600" cy="5946774"/>
          </a:xfrm>
          <a:prstGeom prst="rect">
            <a:avLst/>
          </a:prstGeom>
        </p:spPr>
      </p:pic>
    </p:spTree>
    <p:extLst>
      <p:ext uri="{BB962C8B-B14F-4D97-AF65-F5344CB8AC3E}">
        <p14:creationId xmlns:p14="http://schemas.microsoft.com/office/powerpoint/2010/main" val="35220108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A520F-AE04-29EC-0395-51F3770A8F9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5339A7F-2114-C9BA-56F7-56D16D3DB03B}"/>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4FCB001A-9FFE-8965-1636-5C183369816E}"/>
              </a:ext>
            </a:extLst>
          </p:cNvPr>
          <p:cNvPicPr>
            <a:picLocks noChangeAspect="1"/>
          </p:cNvPicPr>
          <p:nvPr/>
        </p:nvPicPr>
        <p:blipFill>
          <a:blip r:embed="rId2"/>
          <a:stretch>
            <a:fillRect/>
          </a:stretch>
        </p:blipFill>
        <p:spPr>
          <a:xfrm>
            <a:off x="12695" y="3331"/>
            <a:ext cx="12166610" cy="6851337"/>
          </a:xfrm>
          <a:prstGeom prst="rect">
            <a:avLst/>
          </a:prstGeom>
        </p:spPr>
      </p:pic>
    </p:spTree>
    <p:extLst>
      <p:ext uri="{BB962C8B-B14F-4D97-AF65-F5344CB8AC3E}">
        <p14:creationId xmlns:p14="http://schemas.microsoft.com/office/powerpoint/2010/main" val="24682803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44011-DADB-55BB-D435-76C17AD57D1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8860688-6603-C7DD-8653-78DF7EF03F2D}"/>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85FE21B2-B79B-6DD1-78A5-27A367B58B65}"/>
              </a:ext>
            </a:extLst>
          </p:cNvPr>
          <p:cNvPicPr>
            <a:picLocks noChangeAspect="1"/>
          </p:cNvPicPr>
          <p:nvPr/>
        </p:nvPicPr>
        <p:blipFill>
          <a:blip r:embed="rId2"/>
          <a:stretch>
            <a:fillRect/>
          </a:stretch>
        </p:blipFill>
        <p:spPr>
          <a:xfrm>
            <a:off x="12695" y="3331"/>
            <a:ext cx="12166610" cy="6851337"/>
          </a:xfrm>
          <a:prstGeom prst="rect">
            <a:avLst/>
          </a:prstGeom>
        </p:spPr>
      </p:pic>
    </p:spTree>
    <p:extLst>
      <p:ext uri="{BB962C8B-B14F-4D97-AF65-F5344CB8AC3E}">
        <p14:creationId xmlns:p14="http://schemas.microsoft.com/office/powerpoint/2010/main" val="21426603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34481-CEFD-D82A-4D5D-4872FC18415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A8F6C32-A480-F4ED-ABD0-6839F05ED673}"/>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7891A4AE-A49C-A3BB-BF88-1FD0AF733830}"/>
              </a:ext>
            </a:extLst>
          </p:cNvPr>
          <p:cNvPicPr>
            <a:picLocks noChangeAspect="1"/>
          </p:cNvPicPr>
          <p:nvPr/>
        </p:nvPicPr>
        <p:blipFill>
          <a:blip r:embed="rId2"/>
          <a:stretch>
            <a:fillRect/>
          </a:stretch>
        </p:blipFill>
        <p:spPr>
          <a:xfrm>
            <a:off x="12695" y="3331"/>
            <a:ext cx="12166610" cy="6851337"/>
          </a:xfrm>
          <a:prstGeom prst="rect">
            <a:avLst/>
          </a:prstGeom>
        </p:spPr>
      </p:pic>
    </p:spTree>
    <p:extLst>
      <p:ext uri="{BB962C8B-B14F-4D97-AF65-F5344CB8AC3E}">
        <p14:creationId xmlns:p14="http://schemas.microsoft.com/office/powerpoint/2010/main" val="20426104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6C0E2-0D28-511B-E6EB-A2D8B7F3130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6E2A2D4-0FB4-D2A7-3031-98768D235387}"/>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19007777-22C6-0B57-7085-539AA97D1E3C}"/>
              </a:ext>
            </a:extLst>
          </p:cNvPr>
          <p:cNvPicPr>
            <a:picLocks noChangeAspect="1"/>
          </p:cNvPicPr>
          <p:nvPr/>
        </p:nvPicPr>
        <p:blipFill>
          <a:blip r:embed="rId2"/>
          <a:stretch>
            <a:fillRect/>
          </a:stretch>
        </p:blipFill>
        <p:spPr>
          <a:xfrm>
            <a:off x="12695" y="3331"/>
            <a:ext cx="12166610" cy="6851337"/>
          </a:xfrm>
          <a:prstGeom prst="rect">
            <a:avLst/>
          </a:prstGeom>
        </p:spPr>
      </p:pic>
      <p:pic>
        <p:nvPicPr>
          <p:cNvPr id="7" name="Picture 6">
            <a:extLst>
              <a:ext uri="{FF2B5EF4-FFF2-40B4-BE49-F238E27FC236}">
                <a16:creationId xmlns:a16="http://schemas.microsoft.com/office/drawing/2014/main" id="{EF532216-6FAD-4118-A633-A429C905F49A}"/>
              </a:ext>
            </a:extLst>
          </p:cNvPr>
          <p:cNvPicPr>
            <a:picLocks noChangeAspect="1"/>
          </p:cNvPicPr>
          <p:nvPr/>
        </p:nvPicPr>
        <p:blipFill rotWithShape="1">
          <a:blip r:embed="rId3"/>
          <a:srcRect b="75372"/>
          <a:stretch/>
        </p:blipFill>
        <p:spPr>
          <a:xfrm>
            <a:off x="12695" y="2432206"/>
            <a:ext cx="12166610" cy="1687357"/>
          </a:xfrm>
          <a:prstGeom prst="rect">
            <a:avLst/>
          </a:prstGeom>
        </p:spPr>
      </p:pic>
    </p:spTree>
    <p:extLst>
      <p:ext uri="{BB962C8B-B14F-4D97-AF65-F5344CB8AC3E}">
        <p14:creationId xmlns:p14="http://schemas.microsoft.com/office/powerpoint/2010/main" val="19783568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6C0E2-0D28-511B-E6EB-A2D8B7F3130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6E2A2D4-0FB4-D2A7-3031-98768D235387}"/>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19007777-22C6-0B57-7085-539AA97D1E3C}"/>
              </a:ext>
            </a:extLst>
          </p:cNvPr>
          <p:cNvPicPr>
            <a:picLocks noChangeAspect="1"/>
          </p:cNvPicPr>
          <p:nvPr/>
        </p:nvPicPr>
        <p:blipFill>
          <a:blip r:embed="rId2"/>
          <a:stretch>
            <a:fillRect/>
          </a:stretch>
        </p:blipFill>
        <p:spPr>
          <a:xfrm>
            <a:off x="12695" y="3331"/>
            <a:ext cx="12166610" cy="6851337"/>
          </a:xfrm>
          <a:prstGeom prst="rect">
            <a:avLst/>
          </a:prstGeom>
        </p:spPr>
      </p:pic>
      <p:pic>
        <p:nvPicPr>
          <p:cNvPr id="7" name="Picture 6">
            <a:extLst>
              <a:ext uri="{FF2B5EF4-FFF2-40B4-BE49-F238E27FC236}">
                <a16:creationId xmlns:a16="http://schemas.microsoft.com/office/drawing/2014/main" id="{EF532216-6FAD-4118-A633-A429C905F49A}"/>
              </a:ext>
            </a:extLst>
          </p:cNvPr>
          <p:cNvPicPr>
            <a:picLocks noChangeAspect="1"/>
          </p:cNvPicPr>
          <p:nvPr/>
        </p:nvPicPr>
        <p:blipFill>
          <a:blip r:embed="rId3"/>
          <a:stretch>
            <a:fillRect/>
          </a:stretch>
        </p:blipFill>
        <p:spPr>
          <a:xfrm>
            <a:off x="12695" y="-10116"/>
            <a:ext cx="12166610" cy="6851337"/>
          </a:xfrm>
          <a:prstGeom prst="rect">
            <a:avLst/>
          </a:prstGeom>
        </p:spPr>
      </p:pic>
    </p:spTree>
    <p:extLst>
      <p:ext uri="{BB962C8B-B14F-4D97-AF65-F5344CB8AC3E}">
        <p14:creationId xmlns:p14="http://schemas.microsoft.com/office/powerpoint/2010/main" val="31905770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C2A0D-C9E1-44ED-3D47-82F557589C9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49ED50A-1A75-9CAF-53EF-79DC9BF89832}"/>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9506A504-A491-AF25-EDEB-3E4704BD9CB4}"/>
              </a:ext>
            </a:extLst>
          </p:cNvPr>
          <p:cNvPicPr>
            <a:picLocks noChangeAspect="1"/>
          </p:cNvPicPr>
          <p:nvPr/>
        </p:nvPicPr>
        <p:blipFill rotWithShape="1">
          <a:blip r:embed="rId2"/>
          <a:srcRect l="16641" t="48333" r="21366" b="15608"/>
          <a:stretch/>
        </p:blipFill>
        <p:spPr>
          <a:xfrm>
            <a:off x="585788" y="365125"/>
            <a:ext cx="10768012" cy="5811838"/>
          </a:xfrm>
          <a:prstGeom prst="rect">
            <a:avLst/>
          </a:prstGeom>
        </p:spPr>
      </p:pic>
    </p:spTree>
    <p:extLst>
      <p:ext uri="{BB962C8B-B14F-4D97-AF65-F5344CB8AC3E}">
        <p14:creationId xmlns:p14="http://schemas.microsoft.com/office/powerpoint/2010/main" val="10569193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0A4ED-249B-6F77-2423-215E30BB3C1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E196977-C0E0-5BEE-F444-A2D983AA5D73}"/>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628A53E2-7EAB-369A-644E-4EAC7B18C498}"/>
              </a:ext>
            </a:extLst>
          </p:cNvPr>
          <p:cNvPicPr>
            <a:picLocks noChangeAspect="1"/>
          </p:cNvPicPr>
          <p:nvPr/>
        </p:nvPicPr>
        <p:blipFill rotWithShape="1">
          <a:blip r:embed="rId2"/>
          <a:srcRect l="42773" t="20195" r="28602" b="68131"/>
          <a:stretch/>
        </p:blipFill>
        <p:spPr>
          <a:xfrm>
            <a:off x="838200" y="1690688"/>
            <a:ext cx="10515600" cy="3338512"/>
          </a:xfrm>
          <a:prstGeom prst="rect">
            <a:avLst/>
          </a:prstGeom>
        </p:spPr>
      </p:pic>
    </p:spTree>
    <p:extLst>
      <p:ext uri="{BB962C8B-B14F-4D97-AF65-F5344CB8AC3E}">
        <p14:creationId xmlns:p14="http://schemas.microsoft.com/office/powerpoint/2010/main" val="14538359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C7A15-CB8D-ED67-B8FD-6B3762E0728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9EC7877-A9EE-C348-B4E8-891C9F03AFC9}"/>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39D7BD87-61C6-7E50-2297-4FC54803B20B}"/>
              </a:ext>
            </a:extLst>
          </p:cNvPr>
          <p:cNvPicPr>
            <a:picLocks noChangeAspect="1"/>
          </p:cNvPicPr>
          <p:nvPr/>
        </p:nvPicPr>
        <p:blipFill rotWithShape="1">
          <a:blip r:embed="rId2"/>
          <a:srcRect l="41250" t="51460" r="26055" b="13523"/>
          <a:stretch/>
        </p:blipFill>
        <p:spPr>
          <a:xfrm>
            <a:off x="157162" y="485775"/>
            <a:ext cx="11572875" cy="6129338"/>
          </a:xfrm>
          <a:prstGeom prst="rect">
            <a:avLst/>
          </a:prstGeom>
        </p:spPr>
      </p:pic>
    </p:spTree>
    <p:extLst>
      <p:ext uri="{BB962C8B-B14F-4D97-AF65-F5344CB8AC3E}">
        <p14:creationId xmlns:p14="http://schemas.microsoft.com/office/powerpoint/2010/main" val="164624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BDC1C-0CD8-6EA9-CCB5-9E9334AD4549}"/>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91B9104-9948-03EB-0618-D689A75E7516}"/>
              </a:ext>
            </a:extLst>
          </p:cNvPr>
          <p:cNvPicPr>
            <a:picLocks noGrp="1" noChangeAspect="1"/>
          </p:cNvPicPr>
          <p:nvPr>
            <p:ph idx="1"/>
          </p:nvPr>
        </p:nvPicPr>
        <p:blipFill rotWithShape="1">
          <a:blip r:embed="rId2"/>
          <a:srcRect l="35459" t="53594" r="20813" b="20771"/>
          <a:stretch/>
        </p:blipFill>
        <p:spPr>
          <a:xfrm>
            <a:off x="838200" y="324785"/>
            <a:ext cx="10634663" cy="4306888"/>
          </a:xfrm>
        </p:spPr>
      </p:pic>
      <p:pic>
        <p:nvPicPr>
          <p:cNvPr id="3" name="Picture 2">
            <a:extLst>
              <a:ext uri="{FF2B5EF4-FFF2-40B4-BE49-F238E27FC236}">
                <a16:creationId xmlns:a16="http://schemas.microsoft.com/office/drawing/2014/main" id="{C4F9AB91-7E97-23F1-77E0-C10164602703}"/>
              </a:ext>
            </a:extLst>
          </p:cNvPr>
          <p:cNvPicPr>
            <a:picLocks noChangeAspect="1"/>
          </p:cNvPicPr>
          <p:nvPr/>
        </p:nvPicPr>
        <p:blipFill rotWithShape="1">
          <a:blip r:embed="rId3"/>
          <a:srcRect l="35458" t="24641" r="30380" b="70751"/>
          <a:stretch/>
        </p:blipFill>
        <p:spPr>
          <a:xfrm>
            <a:off x="1075765" y="4712355"/>
            <a:ext cx="9802906" cy="1244692"/>
          </a:xfrm>
          <a:prstGeom prst="rect">
            <a:avLst/>
          </a:prstGeom>
        </p:spPr>
      </p:pic>
    </p:spTree>
    <p:extLst>
      <p:ext uri="{BB962C8B-B14F-4D97-AF65-F5344CB8AC3E}">
        <p14:creationId xmlns:p14="http://schemas.microsoft.com/office/powerpoint/2010/main" val="9706101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90C37-18AC-A395-A6AB-AC8CE4E126B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62E8B8B-9D23-F24F-0650-F7DF0A89FD0B}"/>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9066A80D-78E4-A9C8-481F-23F2A73A89A9}"/>
              </a:ext>
            </a:extLst>
          </p:cNvPr>
          <p:cNvPicPr>
            <a:picLocks noChangeAspect="1"/>
          </p:cNvPicPr>
          <p:nvPr/>
        </p:nvPicPr>
        <p:blipFill rotWithShape="1">
          <a:blip r:embed="rId2"/>
          <a:srcRect l="31992" t="24640" r="15507" b="36520"/>
          <a:stretch/>
        </p:blipFill>
        <p:spPr>
          <a:xfrm>
            <a:off x="500063" y="365125"/>
            <a:ext cx="11572875" cy="6021388"/>
          </a:xfrm>
          <a:prstGeom prst="rect">
            <a:avLst/>
          </a:prstGeom>
        </p:spPr>
      </p:pic>
    </p:spTree>
    <p:extLst>
      <p:ext uri="{BB962C8B-B14F-4D97-AF65-F5344CB8AC3E}">
        <p14:creationId xmlns:p14="http://schemas.microsoft.com/office/powerpoint/2010/main" val="40728424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488FE-5481-8C2C-95AD-6EAAB0083CE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2F43302-232B-51A5-3EE2-F5799AD2877D}"/>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FF398B95-B76E-4152-5FC3-158C92D3B35D}"/>
              </a:ext>
            </a:extLst>
          </p:cNvPr>
          <p:cNvPicPr>
            <a:picLocks noChangeAspect="1"/>
          </p:cNvPicPr>
          <p:nvPr/>
        </p:nvPicPr>
        <p:blipFill rotWithShape="1">
          <a:blip r:embed="rId2"/>
          <a:srcRect l="35156" t="38328" r="13750" b="17067"/>
          <a:stretch/>
        </p:blipFill>
        <p:spPr>
          <a:xfrm>
            <a:off x="728663" y="365125"/>
            <a:ext cx="10729912" cy="6021388"/>
          </a:xfrm>
          <a:prstGeom prst="rect">
            <a:avLst/>
          </a:prstGeom>
        </p:spPr>
      </p:pic>
    </p:spTree>
    <p:extLst>
      <p:ext uri="{BB962C8B-B14F-4D97-AF65-F5344CB8AC3E}">
        <p14:creationId xmlns:p14="http://schemas.microsoft.com/office/powerpoint/2010/main" val="26990999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61CF6-1301-721A-425B-0D6B479E7C9C}"/>
              </a:ext>
            </a:extLst>
          </p:cNvPr>
          <p:cNvSpPr>
            <a:spLocks noGrp="1"/>
          </p:cNvSpPr>
          <p:nvPr>
            <p:ph type="title"/>
          </p:nvPr>
        </p:nvSpPr>
        <p:spPr/>
        <p:txBody>
          <a:bodyPr/>
          <a:lstStyle/>
          <a:p>
            <a:endParaRPr lang="en-IN"/>
          </a:p>
        </p:txBody>
      </p:sp>
      <p:pic>
        <p:nvPicPr>
          <p:cNvPr id="7" name="Content Placeholder 6">
            <a:extLst>
              <a:ext uri="{FF2B5EF4-FFF2-40B4-BE49-F238E27FC236}">
                <a16:creationId xmlns:a16="http://schemas.microsoft.com/office/drawing/2014/main" id="{6ADFE9F1-85DC-C2E6-523D-921DEA45F8A9}"/>
              </a:ext>
            </a:extLst>
          </p:cNvPr>
          <p:cNvPicPr>
            <a:picLocks noGrp="1" noChangeAspect="1"/>
          </p:cNvPicPr>
          <p:nvPr>
            <p:ph idx="1"/>
          </p:nvPr>
        </p:nvPicPr>
        <p:blipFill rotWithShape="1">
          <a:blip r:embed="rId2"/>
          <a:srcRect l="13141" t="21415" r="13201" b="24408"/>
          <a:stretch/>
        </p:blipFill>
        <p:spPr>
          <a:xfrm>
            <a:off x="371476" y="365125"/>
            <a:ext cx="11820524" cy="6127750"/>
          </a:xfrm>
        </p:spPr>
      </p:pic>
    </p:spTree>
    <p:extLst>
      <p:ext uri="{BB962C8B-B14F-4D97-AF65-F5344CB8AC3E}">
        <p14:creationId xmlns:p14="http://schemas.microsoft.com/office/powerpoint/2010/main" val="34375067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2CE8C-1C06-BFE9-B772-6FA6FCDBB4B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E177A38-D843-87E4-956C-1CDDAD8786A0}"/>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2AD47F41-C95B-F026-613B-861A3C1593AB}"/>
              </a:ext>
            </a:extLst>
          </p:cNvPr>
          <p:cNvPicPr>
            <a:picLocks noChangeAspect="1"/>
          </p:cNvPicPr>
          <p:nvPr/>
        </p:nvPicPr>
        <p:blipFill rotWithShape="1">
          <a:blip r:embed="rId2"/>
          <a:srcRect l="21797" t="33325" r="21836" b="18943"/>
          <a:stretch/>
        </p:blipFill>
        <p:spPr>
          <a:xfrm>
            <a:off x="971550" y="365125"/>
            <a:ext cx="10515600" cy="6307138"/>
          </a:xfrm>
          <a:prstGeom prst="rect">
            <a:avLst/>
          </a:prstGeom>
        </p:spPr>
      </p:pic>
    </p:spTree>
    <p:extLst>
      <p:ext uri="{BB962C8B-B14F-4D97-AF65-F5344CB8AC3E}">
        <p14:creationId xmlns:p14="http://schemas.microsoft.com/office/powerpoint/2010/main" val="29461485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618EC-B08A-9164-3DFA-D67391CC3B6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00B46DB-4575-E057-4BC5-092229EF930D}"/>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3038409F-BB33-ED40-806C-A7EBBFB6E191}"/>
              </a:ext>
            </a:extLst>
          </p:cNvPr>
          <p:cNvPicPr>
            <a:picLocks noChangeAspect="1"/>
          </p:cNvPicPr>
          <p:nvPr/>
        </p:nvPicPr>
        <p:blipFill rotWithShape="1">
          <a:blip r:embed="rId2"/>
          <a:srcRect l="23906" t="73345" r="52891" b="9911"/>
          <a:stretch/>
        </p:blipFill>
        <p:spPr>
          <a:xfrm>
            <a:off x="614363" y="365126"/>
            <a:ext cx="10901361" cy="5921374"/>
          </a:xfrm>
          <a:prstGeom prst="rect">
            <a:avLst/>
          </a:prstGeom>
        </p:spPr>
      </p:pic>
    </p:spTree>
    <p:extLst>
      <p:ext uri="{BB962C8B-B14F-4D97-AF65-F5344CB8AC3E}">
        <p14:creationId xmlns:p14="http://schemas.microsoft.com/office/powerpoint/2010/main" val="13607134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89771-A374-729E-7657-95EC352BEB2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0E6BABD-2805-993A-A68D-981C1770729A}"/>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57C56B0A-2FE1-A307-B30E-1A6E6FE400D4}"/>
              </a:ext>
            </a:extLst>
          </p:cNvPr>
          <p:cNvPicPr>
            <a:picLocks noChangeAspect="1"/>
          </p:cNvPicPr>
          <p:nvPr/>
        </p:nvPicPr>
        <p:blipFill rotWithShape="1">
          <a:blip r:embed="rId2"/>
          <a:srcRect l="24044" t="36520" r="28419" b="15277"/>
          <a:stretch/>
        </p:blipFill>
        <p:spPr>
          <a:xfrm>
            <a:off x="430306" y="201705"/>
            <a:ext cx="11761694" cy="6291169"/>
          </a:xfrm>
          <a:prstGeom prst="rect">
            <a:avLst/>
          </a:prstGeom>
        </p:spPr>
      </p:pic>
    </p:spTree>
    <p:extLst>
      <p:ext uri="{BB962C8B-B14F-4D97-AF65-F5344CB8AC3E}">
        <p14:creationId xmlns:p14="http://schemas.microsoft.com/office/powerpoint/2010/main" val="23055061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CD26F-7D5C-940B-A7DB-1221DB73828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A1CBA4E-6EC6-FE68-A92B-96F7E9E0C78C}"/>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8D3EBFA2-4A49-DA9E-1DCE-A77759ABA776}"/>
              </a:ext>
            </a:extLst>
          </p:cNvPr>
          <p:cNvPicPr>
            <a:picLocks noChangeAspect="1"/>
          </p:cNvPicPr>
          <p:nvPr/>
        </p:nvPicPr>
        <p:blipFill rotWithShape="1">
          <a:blip r:embed="rId2"/>
          <a:srcRect l="25257" t="40584" r="29081" b="12726"/>
          <a:stretch/>
        </p:blipFill>
        <p:spPr>
          <a:xfrm>
            <a:off x="255494" y="230188"/>
            <a:ext cx="11819965" cy="6627812"/>
          </a:xfrm>
          <a:prstGeom prst="rect">
            <a:avLst/>
          </a:prstGeom>
        </p:spPr>
      </p:pic>
    </p:spTree>
    <p:extLst>
      <p:ext uri="{BB962C8B-B14F-4D97-AF65-F5344CB8AC3E}">
        <p14:creationId xmlns:p14="http://schemas.microsoft.com/office/powerpoint/2010/main" val="37985207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3381E-B4CD-C048-9A31-4395E8D15A9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5ABF153-2F41-D882-9CF2-65527C057320}"/>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9562A980-5F14-56ED-B915-AC8F75141C5A}"/>
              </a:ext>
            </a:extLst>
          </p:cNvPr>
          <p:cNvPicPr>
            <a:picLocks noChangeAspect="1"/>
          </p:cNvPicPr>
          <p:nvPr/>
        </p:nvPicPr>
        <p:blipFill rotWithShape="1">
          <a:blip r:embed="rId2"/>
          <a:srcRect l="23604" t="40191" r="28087" b="25282"/>
          <a:stretch/>
        </p:blipFill>
        <p:spPr>
          <a:xfrm>
            <a:off x="107575" y="365125"/>
            <a:ext cx="11793071" cy="6277722"/>
          </a:xfrm>
          <a:prstGeom prst="rect">
            <a:avLst/>
          </a:prstGeom>
        </p:spPr>
      </p:pic>
    </p:spTree>
    <p:extLst>
      <p:ext uri="{BB962C8B-B14F-4D97-AF65-F5344CB8AC3E}">
        <p14:creationId xmlns:p14="http://schemas.microsoft.com/office/powerpoint/2010/main" val="27211374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70987-873E-F1E8-5C3C-C2135A8C4CA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A307EF5-04BA-B409-24C7-2E2C55C48815}"/>
              </a:ext>
            </a:extLst>
          </p:cNvPr>
          <p:cNvSpPr>
            <a:spLocks noGrp="1"/>
          </p:cNvSpPr>
          <p:nvPr>
            <p:ph idx="1"/>
          </p:nvPr>
        </p:nvSpPr>
        <p:spPr/>
        <p:txBody>
          <a:bodyPr/>
          <a:lstStyle/>
          <a:p>
            <a:r>
              <a:rPr lang="en-US" dirty="0"/>
              <a:t>A firm sells products for Rs 100 per unit, has variable operating costs of Rs 50 per unit and fixed operating costs of Rs 50,000 per year. Show the various levels of EBIT that would result from sale of (</a:t>
            </a:r>
            <a:r>
              <a:rPr lang="en-US" dirty="0" err="1"/>
              <a:t>i</a:t>
            </a:r>
            <a:r>
              <a:rPr lang="en-US" dirty="0"/>
              <a:t>) 1,000 units (ii) 2,000 units and (iii) 3,000 units</a:t>
            </a:r>
            <a:endParaRPr lang="en-IN" dirty="0"/>
          </a:p>
        </p:txBody>
      </p:sp>
    </p:spTree>
    <p:extLst>
      <p:ext uri="{BB962C8B-B14F-4D97-AF65-F5344CB8AC3E}">
        <p14:creationId xmlns:p14="http://schemas.microsoft.com/office/powerpoint/2010/main" val="9906539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3FD09-A97D-6604-F8B2-4A1A7EAF565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678ACC4-1F33-4384-5682-145B35FF50AF}"/>
              </a:ext>
            </a:extLst>
          </p:cNvPr>
          <p:cNvSpPr>
            <a:spLocks noGrp="1"/>
          </p:cNvSpPr>
          <p:nvPr>
            <p:ph idx="1"/>
          </p:nvPr>
        </p:nvSpPr>
        <p:spPr/>
        <p:txBody>
          <a:bodyPr/>
          <a:lstStyle/>
          <a:p>
            <a:r>
              <a:rPr lang="en-US" dirty="0"/>
              <a:t>A firm sells its products for Rs 50 per unit, has variable operating costs of Rs 30 per unit and fixed operating costs of Rs 5,000 per year. Its current level of sales is 300 units. Determine the degree of </a:t>
            </a:r>
            <a:r>
              <a:rPr lang="en-US" dirty="0" err="1"/>
              <a:t>operationg</a:t>
            </a:r>
            <a:r>
              <a:rPr lang="en-US" dirty="0"/>
              <a:t> leverage. What will happen to EBIT if sales change: (a) rise to 350 units, and (b) decrease to 250 units</a:t>
            </a:r>
            <a:endParaRPr lang="en-IN" dirty="0"/>
          </a:p>
        </p:txBody>
      </p:sp>
    </p:spTree>
    <p:extLst>
      <p:ext uri="{BB962C8B-B14F-4D97-AF65-F5344CB8AC3E}">
        <p14:creationId xmlns:p14="http://schemas.microsoft.com/office/powerpoint/2010/main" val="16290860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BB555-5EFE-3EBD-C005-115FB81F8B9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1C1CD1D-B66C-F282-8AEE-568FCA3CE77D}"/>
              </a:ext>
            </a:extLst>
          </p:cNvPr>
          <p:cNvSpPr>
            <a:spLocks noGrp="1"/>
          </p:cNvSpPr>
          <p:nvPr>
            <p:ph idx="1"/>
          </p:nvPr>
        </p:nvSpPr>
        <p:spPr/>
        <p:txBody>
          <a:bodyPr/>
          <a:lstStyle/>
          <a:p>
            <a:r>
              <a:rPr lang="en-US" dirty="0"/>
              <a:t>The operating and cost data of ABC Ltd are : Sales ` 20,00,000 Variable costs 14,00,000 </a:t>
            </a:r>
          </a:p>
          <a:p>
            <a:r>
              <a:rPr lang="en-US" dirty="0"/>
              <a:t>Fixed costs 4,00,000 (including 15% interest on ` 10,00,000)</a:t>
            </a:r>
          </a:p>
          <a:p>
            <a:r>
              <a:rPr lang="en-US" dirty="0"/>
              <a:t> (</a:t>
            </a:r>
            <a:r>
              <a:rPr lang="en-US" dirty="0" err="1"/>
              <a:t>i</a:t>
            </a:r>
            <a:r>
              <a:rPr lang="en-US" dirty="0"/>
              <a:t>) Calculate its operating, financial and combined leverages. </a:t>
            </a:r>
          </a:p>
          <a:p>
            <a:r>
              <a:rPr lang="en-US" dirty="0"/>
              <a:t>(ii) Determine the additional sales to double its EBIT</a:t>
            </a:r>
          </a:p>
          <a:p>
            <a:pPr marL="0" indent="0">
              <a:buNone/>
            </a:pPr>
            <a:endParaRPr lang="en-US" dirty="0"/>
          </a:p>
          <a:p>
            <a:endParaRPr lang="en-IN" dirty="0"/>
          </a:p>
        </p:txBody>
      </p:sp>
    </p:spTree>
    <p:extLst>
      <p:ext uri="{BB962C8B-B14F-4D97-AF65-F5344CB8AC3E}">
        <p14:creationId xmlns:p14="http://schemas.microsoft.com/office/powerpoint/2010/main" val="11072334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2D1F5-6050-A555-E960-3B4DF3ABCEAB}"/>
              </a:ext>
            </a:extLst>
          </p:cNvPr>
          <p:cNvSpPr>
            <a:spLocks noGrp="1"/>
          </p:cNvSpPr>
          <p:nvPr>
            <p:ph type="title"/>
          </p:nvPr>
        </p:nvSpPr>
        <p:spPr/>
        <p:txBody>
          <a:bodyPr/>
          <a:lstStyle/>
          <a:p>
            <a:r>
              <a:rPr lang="en-IN" dirty="0"/>
              <a:t>ANSWER</a:t>
            </a:r>
          </a:p>
        </p:txBody>
      </p:sp>
      <p:sp>
        <p:nvSpPr>
          <p:cNvPr id="3" name="Content Placeholder 2">
            <a:extLst>
              <a:ext uri="{FF2B5EF4-FFF2-40B4-BE49-F238E27FC236}">
                <a16:creationId xmlns:a16="http://schemas.microsoft.com/office/drawing/2014/main" id="{4F20BB11-107F-539C-D118-9D44F2240D26}"/>
              </a:ext>
            </a:extLst>
          </p:cNvPr>
          <p:cNvSpPr>
            <a:spLocks noGrp="1"/>
          </p:cNvSpPr>
          <p:nvPr>
            <p:ph idx="1"/>
          </p:nvPr>
        </p:nvSpPr>
        <p:spPr/>
        <p:txBody>
          <a:bodyPr/>
          <a:lstStyle/>
          <a:p>
            <a:pPr marL="0" indent="0">
              <a:buNone/>
            </a:pPr>
            <a:r>
              <a:rPr lang="en-IN" dirty="0"/>
              <a:t>Operating leverage = 1.71</a:t>
            </a:r>
          </a:p>
          <a:p>
            <a:pPr marL="0" indent="0">
              <a:buNone/>
            </a:pPr>
            <a:r>
              <a:rPr lang="en-IN" dirty="0"/>
              <a:t> Financial leverage  = 1.75 </a:t>
            </a:r>
          </a:p>
          <a:p>
            <a:pPr marL="0" indent="0">
              <a:buNone/>
            </a:pPr>
            <a:r>
              <a:rPr lang="en-IN" dirty="0"/>
              <a:t>Combined leverage = 2.99</a:t>
            </a:r>
          </a:p>
        </p:txBody>
      </p:sp>
    </p:spTree>
    <p:extLst>
      <p:ext uri="{BB962C8B-B14F-4D97-AF65-F5344CB8AC3E}">
        <p14:creationId xmlns:p14="http://schemas.microsoft.com/office/powerpoint/2010/main" val="36032701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7DBB2-063F-816A-B8B1-4064DAD7DF2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C21FD87-B605-ED14-65F2-41C52A9E1E11}"/>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2273BA5B-3A47-8007-8C43-89AAAF7ABF24}"/>
              </a:ext>
            </a:extLst>
          </p:cNvPr>
          <p:cNvPicPr>
            <a:picLocks noChangeAspect="1"/>
          </p:cNvPicPr>
          <p:nvPr/>
        </p:nvPicPr>
        <p:blipFill rotWithShape="1">
          <a:blip r:embed="rId2"/>
          <a:srcRect l="26250" t="21162" r="33713" b="50000"/>
          <a:stretch/>
        </p:blipFill>
        <p:spPr>
          <a:xfrm>
            <a:off x="295835" y="365125"/>
            <a:ext cx="11228294" cy="5954993"/>
          </a:xfrm>
          <a:prstGeom prst="rect">
            <a:avLst/>
          </a:prstGeom>
        </p:spPr>
      </p:pic>
    </p:spTree>
    <p:extLst>
      <p:ext uri="{BB962C8B-B14F-4D97-AF65-F5344CB8AC3E}">
        <p14:creationId xmlns:p14="http://schemas.microsoft.com/office/powerpoint/2010/main" val="42300599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7DBB2-063F-816A-B8B1-4064DAD7DF2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C21FD87-B605-ED14-65F2-41C52A9E1E11}"/>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2273BA5B-3A47-8007-8C43-89AAAF7ABF24}"/>
              </a:ext>
            </a:extLst>
          </p:cNvPr>
          <p:cNvPicPr>
            <a:picLocks noChangeAspect="1"/>
          </p:cNvPicPr>
          <p:nvPr/>
        </p:nvPicPr>
        <p:blipFill rotWithShape="1">
          <a:blip r:embed="rId2"/>
          <a:srcRect l="25228" t="52931" r="32500" b="15134"/>
          <a:stretch/>
        </p:blipFill>
        <p:spPr>
          <a:xfrm>
            <a:off x="484910" y="365125"/>
            <a:ext cx="11139054" cy="6127750"/>
          </a:xfrm>
          <a:prstGeom prst="rect">
            <a:avLst/>
          </a:prstGeom>
        </p:spPr>
      </p:pic>
    </p:spTree>
    <p:extLst>
      <p:ext uri="{BB962C8B-B14F-4D97-AF65-F5344CB8AC3E}">
        <p14:creationId xmlns:p14="http://schemas.microsoft.com/office/powerpoint/2010/main" val="37110907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9FD36-4111-3A02-D9B4-F64FBEC5267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7079BAE-BD0F-662D-94B1-DAB913A5B5BC}"/>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7560B0D1-E325-53EB-5941-FF1D2E24B543}"/>
              </a:ext>
            </a:extLst>
          </p:cNvPr>
          <p:cNvPicPr>
            <a:picLocks noChangeAspect="1"/>
          </p:cNvPicPr>
          <p:nvPr/>
        </p:nvPicPr>
        <p:blipFill rotWithShape="1">
          <a:blip r:embed="rId2"/>
          <a:srcRect l="28522" t="40601" r="29432" b="27667"/>
          <a:stretch/>
        </p:blipFill>
        <p:spPr>
          <a:xfrm>
            <a:off x="678872" y="365125"/>
            <a:ext cx="10848109" cy="6007966"/>
          </a:xfrm>
          <a:prstGeom prst="rect">
            <a:avLst/>
          </a:prstGeom>
        </p:spPr>
      </p:pic>
    </p:spTree>
    <p:extLst>
      <p:ext uri="{BB962C8B-B14F-4D97-AF65-F5344CB8AC3E}">
        <p14:creationId xmlns:p14="http://schemas.microsoft.com/office/powerpoint/2010/main" val="8877878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9986E-0E96-3547-7FDD-695B04985D1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84285A4-A128-3E50-CE1C-33D352082639}"/>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AAFE388A-8741-49A8-B418-51B8751F1BD1}"/>
              </a:ext>
            </a:extLst>
          </p:cNvPr>
          <p:cNvPicPr>
            <a:picLocks noChangeAspect="1"/>
          </p:cNvPicPr>
          <p:nvPr/>
        </p:nvPicPr>
        <p:blipFill rotWithShape="1">
          <a:blip r:embed="rId2"/>
          <a:srcRect l="28295" t="30293" r="29432" b="39995"/>
          <a:stretch/>
        </p:blipFill>
        <p:spPr>
          <a:xfrm>
            <a:off x="512618" y="221673"/>
            <a:ext cx="11374582" cy="6271202"/>
          </a:xfrm>
          <a:prstGeom prst="rect">
            <a:avLst/>
          </a:prstGeom>
        </p:spPr>
      </p:pic>
    </p:spTree>
    <p:extLst>
      <p:ext uri="{BB962C8B-B14F-4D97-AF65-F5344CB8AC3E}">
        <p14:creationId xmlns:p14="http://schemas.microsoft.com/office/powerpoint/2010/main" val="35312126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09409-41E4-56FC-F856-1E9B06690E6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C2549DD-8785-CDF3-70D2-381EA6BA917C}"/>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EFF1E9D0-B9F0-3551-9009-FAD6B9F2C79F}"/>
              </a:ext>
            </a:extLst>
          </p:cNvPr>
          <p:cNvPicPr>
            <a:picLocks noChangeAspect="1"/>
          </p:cNvPicPr>
          <p:nvPr/>
        </p:nvPicPr>
        <p:blipFill rotWithShape="1">
          <a:blip r:embed="rId2"/>
          <a:srcRect l="18640" t="33717" r="25662" b="5303"/>
          <a:stretch/>
        </p:blipFill>
        <p:spPr>
          <a:xfrm>
            <a:off x="215153" y="242047"/>
            <a:ext cx="11685493" cy="6615953"/>
          </a:xfrm>
          <a:prstGeom prst="rect">
            <a:avLst/>
          </a:prstGeom>
        </p:spPr>
      </p:pic>
    </p:spTree>
    <p:extLst>
      <p:ext uri="{BB962C8B-B14F-4D97-AF65-F5344CB8AC3E}">
        <p14:creationId xmlns:p14="http://schemas.microsoft.com/office/powerpoint/2010/main" val="24254415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A9AC0-F248-128C-A8BD-B5875169E5DF}"/>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51F069B3-A7CD-9FA2-F86B-0DBA6A77BD88}"/>
              </a:ext>
            </a:extLst>
          </p:cNvPr>
          <p:cNvPicPr>
            <a:picLocks noGrp="1" noChangeAspect="1"/>
          </p:cNvPicPr>
          <p:nvPr>
            <p:ph idx="1"/>
          </p:nvPr>
        </p:nvPicPr>
        <p:blipFill rotWithShape="1">
          <a:blip r:embed="rId2"/>
          <a:srcRect l="19884" t="41485" r="25733" b="7835"/>
          <a:stretch/>
        </p:blipFill>
        <p:spPr>
          <a:xfrm>
            <a:off x="363071" y="242047"/>
            <a:ext cx="11537576" cy="6441141"/>
          </a:xfrm>
        </p:spPr>
      </p:pic>
    </p:spTree>
    <p:extLst>
      <p:ext uri="{BB962C8B-B14F-4D97-AF65-F5344CB8AC3E}">
        <p14:creationId xmlns:p14="http://schemas.microsoft.com/office/powerpoint/2010/main" val="9777629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6B30A-B8BF-E7EA-72FE-2CD01878FEE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745BA0F-2AB3-6DD1-AE94-48827C91ABE8}"/>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D299160A-B7F8-14BC-F5F8-8F36F894C246}"/>
              </a:ext>
            </a:extLst>
          </p:cNvPr>
          <p:cNvPicPr>
            <a:picLocks noChangeAspect="1"/>
          </p:cNvPicPr>
          <p:nvPr/>
        </p:nvPicPr>
        <p:blipFill rotWithShape="1">
          <a:blip r:embed="rId2"/>
          <a:srcRect l="22280" t="24641" r="24228" b="17042"/>
          <a:stretch/>
        </p:blipFill>
        <p:spPr>
          <a:xfrm>
            <a:off x="551329" y="174812"/>
            <a:ext cx="10919011" cy="6427694"/>
          </a:xfrm>
          <a:prstGeom prst="rect">
            <a:avLst/>
          </a:prstGeom>
        </p:spPr>
      </p:pic>
    </p:spTree>
    <p:extLst>
      <p:ext uri="{BB962C8B-B14F-4D97-AF65-F5344CB8AC3E}">
        <p14:creationId xmlns:p14="http://schemas.microsoft.com/office/powerpoint/2010/main" val="29159360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D19F3-AD46-ED13-6641-6587869337F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B0F84B9-BE0E-9933-9D77-3B5B7CCF1A64}"/>
              </a:ext>
            </a:extLst>
          </p:cNvPr>
          <p:cNvSpPr>
            <a:spLocks noGrp="1"/>
          </p:cNvSpPr>
          <p:nvPr>
            <p:ph idx="1"/>
          </p:nvPr>
        </p:nvSpPr>
        <p:spPr/>
        <p:txBody>
          <a:bodyPr/>
          <a:lstStyle/>
          <a:p>
            <a:endParaRPr lang="en-IN" dirty="0"/>
          </a:p>
        </p:txBody>
      </p:sp>
      <p:pic>
        <p:nvPicPr>
          <p:cNvPr id="7" name="Picture 6">
            <a:extLst>
              <a:ext uri="{FF2B5EF4-FFF2-40B4-BE49-F238E27FC236}">
                <a16:creationId xmlns:a16="http://schemas.microsoft.com/office/drawing/2014/main" id="{51AC2164-83A2-1B2C-40CB-16C0A74D6ACB}"/>
              </a:ext>
            </a:extLst>
          </p:cNvPr>
          <p:cNvPicPr>
            <a:picLocks noChangeAspect="1"/>
          </p:cNvPicPr>
          <p:nvPr/>
        </p:nvPicPr>
        <p:blipFill rotWithShape="1">
          <a:blip r:embed="rId2"/>
          <a:srcRect l="20514" t="33914" r="22795" b="14689"/>
          <a:stretch/>
        </p:blipFill>
        <p:spPr>
          <a:xfrm>
            <a:off x="430306" y="365125"/>
            <a:ext cx="11761694" cy="6127749"/>
          </a:xfrm>
          <a:prstGeom prst="rect">
            <a:avLst/>
          </a:prstGeom>
        </p:spPr>
      </p:pic>
    </p:spTree>
    <p:extLst>
      <p:ext uri="{BB962C8B-B14F-4D97-AF65-F5344CB8AC3E}">
        <p14:creationId xmlns:p14="http://schemas.microsoft.com/office/powerpoint/2010/main" val="20826961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A9EE2-0C98-7CC3-5546-2A24213C1E06}"/>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AE71A80-3427-B9FB-9717-20F614B77B3F}"/>
              </a:ext>
            </a:extLst>
          </p:cNvPr>
          <p:cNvPicPr>
            <a:picLocks noGrp="1" noChangeAspect="1"/>
          </p:cNvPicPr>
          <p:nvPr>
            <p:ph idx="1"/>
          </p:nvPr>
        </p:nvPicPr>
        <p:blipFill rotWithShape="1">
          <a:blip r:embed="rId2"/>
          <a:srcRect l="19883" t="22633" r="25212" b="26686"/>
          <a:stretch/>
        </p:blipFill>
        <p:spPr>
          <a:xfrm>
            <a:off x="618565" y="365124"/>
            <a:ext cx="11443447" cy="5954993"/>
          </a:xfrm>
        </p:spPr>
      </p:pic>
    </p:spTree>
    <p:extLst>
      <p:ext uri="{BB962C8B-B14F-4D97-AF65-F5344CB8AC3E}">
        <p14:creationId xmlns:p14="http://schemas.microsoft.com/office/powerpoint/2010/main" val="37682199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3CD51-DDA2-1025-49E0-8EC8BDA51CA7}"/>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F5D12F38-BCDC-6DAB-5D79-F45E6D722B24}"/>
              </a:ext>
            </a:extLst>
          </p:cNvPr>
          <p:cNvSpPr>
            <a:spLocks noGrp="1"/>
          </p:cNvSpPr>
          <p:nvPr>
            <p:ph idx="1"/>
          </p:nvPr>
        </p:nvSpPr>
        <p:spPr/>
        <p:txBody>
          <a:bodyPr/>
          <a:lstStyle/>
          <a:p>
            <a:r>
              <a:rPr lang="en-US" dirty="0"/>
              <a:t>A firm has Sales of Rs. 40 lakhs; Variable cost of Rs. 25 lakhs; Fixed cost of Rs. 6 lakhs; 10% debt of Rs. 30 lakhs; and Equity Capital of Rs. 45 lakhs</a:t>
            </a:r>
            <a:endParaRPr lang="en-IN" dirty="0"/>
          </a:p>
        </p:txBody>
      </p:sp>
    </p:spTree>
    <p:extLst>
      <p:ext uri="{BB962C8B-B14F-4D97-AF65-F5344CB8AC3E}">
        <p14:creationId xmlns:p14="http://schemas.microsoft.com/office/powerpoint/2010/main" val="29527892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40225-AC0C-B206-FDCF-3C95E5D538E2}"/>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0A0729C-EE17-C335-ABFD-9EE7893558EE}"/>
              </a:ext>
            </a:extLst>
          </p:cNvPr>
          <p:cNvPicPr>
            <a:picLocks noGrp="1" noChangeAspect="1"/>
          </p:cNvPicPr>
          <p:nvPr>
            <p:ph idx="1"/>
          </p:nvPr>
        </p:nvPicPr>
        <p:blipFill rotWithShape="1">
          <a:blip r:embed="rId2"/>
          <a:srcRect l="19536" t="32522" r="24343" b="17724"/>
          <a:stretch/>
        </p:blipFill>
        <p:spPr>
          <a:xfrm>
            <a:off x="537882" y="365125"/>
            <a:ext cx="11470342" cy="6237381"/>
          </a:xfrm>
        </p:spPr>
      </p:pic>
    </p:spTree>
    <p:extLst>
      <p:ext uri="{BB962C8B-B14F-4D97-AF65-F5344CB8AC3E}">
        <p14:creationId xmlns:p14="http://schemas.microsoft.com/office/powerpoint/2010/main" val="40242151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8A956-E0EB-175A-120C-F70BCE499B5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BE31792-3834-7289-A62E-CE46AA7D4083}"/>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1E8510A5-B79D-196B-59BB-3B7EE8E1789A}"/>
              </a:ext>
            </a:extLst>
          </p:cNvPr>
          <p:cNvPicPr>
            <a:picLocks noChangeAspect="1"/>
          </p:cNvPicPr>
          <p:nvPr/>
        </p:nvPicPr>
        <p:blipFill rotWithShape="1">
          <a:blip r:embed="rId2"/>
          <a:srcRect l="20846" t="20472" r="24779" b="58239"/>
          <a:stretch/>
        </p:blipFill>
        <p:spPr>
          <a:xfrm>
            <a:off x="147918" y="365125"/>
            <a:ext cx="11564470" cy="6127750"/>
          </a:xfrm>
          <a:prstGeom prst="rect">
            <a:avLst/>
          </a:prstGeom>
        </p:spPr>
      </p:pic>
    </p:spTree>
    <p:extLst>
      <p:ext uri="{BB962C8B-B14F-4D97-AF65-F5344CB8AC3E}">
        <p14:creationId xmlns:p14="http://schemas.microsoft.com/office/powerpoint/2010/main" val="11259761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8A956-E0EB-175A-120C-F70BCE499B5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BE31792-3834-7289-A62E-CE46AA7D4083}"/>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1E8510A5-B79D-196B-59BB-3B7EE8E1789A}"/>
              </a:ext>
            </a:extLst>
          </p:cNvPr>
          <p:cNvPicPr>
            <a:picLocks noChangeAspect="1"/>
          </p:cNvPicPr>
          <p:nvPr/>
        </p:nvPicPr>
        <p:blipFill rotWithShape="1">
          <a:blip r:embed="rId2"/>
          <a:srcRect l="20515" t="55689" r="25221" b="9911"/>
          <a:stretch/>
        </p:blipFill>
        <p:spPr>
          <a:xfrm>
            <a:off x="699247" y="365126"/>
            <a:ext cx="10892118" cy="5811838"/>
          </a:xfrm>
          <a:prstGeom prst="rect">
            <a:avLst/>
          </a:prstGeom>
        </p:spPr>
      </p:pic>
    </p:spTree>
    <p:extLst>
      <p:ext uri="{BB962C8B-B14F-4D97-AF65-F5344CB8AC3E}">
        <p14:creationId xmlns:p14="http://schemas.microsoft.com/office/powerpoint/2010/main" val="17126448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1ECA9-5C52-CF3A-12C5-53B339AEB64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51784F5-6153-C121-361B-8362A7F55199}"/>
              </a:ext>
            </a:extLst>
          </p:cNvPr>
          <p:cNvSpPr>
            <a:spLocks noGrp="1"/>
          </p:cNvSpPr>
          <p:nvPr>
            <p:ph idx="1"/>
          </p:nvPr>
        </p:nvSpPr>
        <p:spPr/>
        <p:txBody>
          <a:bodyPr/>
          <a:lstStyle/>
          <a:p>
            <a:r>
              <a:rPr lang="en-US" dirty="0"/>
              <a:t>A company operates at a production level of 1,000 units. The contribution is Rs. 60 per unit, operating leverage is 6, and combined leverage is 24. If tax rate is 30%, what would be its earnings after tax?</a:t>
            </a:r>
            <a:endParaRPr lang="en-IN" dirty="0"/>
          </a:p>
        </p:txBody>
      </p:sp>
    </p:spTree>
    <p:extLst>
      <p:ext uri="{BB962C8B-B14F-4D97-AF65-F5344CB8AC3E}">
        <p14:creationId xmlns:p14="http://schemas.microsoft.com/office/powerpoint/2010/main" val="28567883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84362-9482-D807-3540-26EB3BEB61E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33EE5D4-9C60-9F08-E444-B4479069517F}"/>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34D4F055-783A-9B76-1ADB-ADD0A0E428BD}"/>
              </a:ext>
            </a:extLst>
          </p:cNvPr>
          <p:cNvPicPr>
            <a:picLocks noChangeAspect="1"/>
          </p:cNvPicPr>
          <p:nvPr/>
        </p:nvPicPr>
        <p:blipFill rotWithShape="1">
          <a:blip r:embed="rId2"/>
          <a:srcRect l="19853" t="20771" r="25772" b="12726"/>
          <a:stretch/>
        </p:blipFill>
        <p:spPr>
          <a:xfrm>
            <a:off x="389965" y="365125"/>
            <a:ext cx="11093823" cy="6127749"/>
          </a:xfrm>
          <a:prstGeom prst="rect">
            <a:avLst/>
          </a:prstGeom>
        </p:spPr>
      </p:pic>
    </p:spTree>
    <p:extLst>
      <p:ext uri="{BB962C8B-B14F-4D97-AF65-F5344CB8AC3E}">
        <p14:creationId xmlns:p14="http://schemas.microsoft.com/office/powerpoint/2010/main" val="15295475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A22E3-4A79-4BC1-EE69-0880C459BF08}"/>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713607AD-C71A-EDF1-44E8-3F201B14D0EE}"/>
              </a:ext>
            </a:extLst>
          </p:cNvPr>
          <p:cNvPicPr>
            <a:picLocks noGrp="1" noChangeAspect="1"/>
          </p:cNvPicPr>
          <p:nvPr>
            <p:ph idx="1"/>
          </p:nvPr>
        </p:nvPicPr>
        <p:blipFill rotWithShape="1">
          <a:blip r:embed="rId2"/>
          <a:srcRect l="25965" t="15834" r="28861" b="56971"/>
          <a:stretch/>
        </p:blipFill>
        <p:spPr>
          <a:xfrm>
            <a:off x="685800" y="365125"/>
            <a:ext cx="10668000" cy="5497793"/>
          </a:xfrm>
        </p:spPr>
      </p:pic>
    </p:spTree>
    <p:extLst>
      <p:ext uri="{BB962C8B-B14F-4D97-AF65-F5344CB8AC3E}">
        <p14:creationId xmlns:p14="http://schemas.microsoft.com/office/powerpoint/2010/main" val="18545691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A22E3-4A79-4BC1-EE69-0880C459BF08}"/>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713607AD-C71A-EDF1-44E8-3F201B14D0EE}"/>
              </a:ext>
            </a:extLst>
          </p:cNvPr>
          <p:cNvPicPr>
            <a:picLocks noGrp="1" noChangeAspect="1"/>
          </p:cNvPicPr>
          <p:nvPr>
            <p:ph idx="1"/>
          </p:nvPr>
        </p:nvPicPr>
        <p:blipFill rotWithShape="1">
          <a:blip r:embed="rId2"/>
          <a:srcRect l="25097" t="42410" r="29035" b="6443"/>
          <a:stretch/>
        </p:blipFill>
        <p:spPr>
          <a:xfrm>
            <a:off x="551329" y="365124"/>
            <a:ext cx="11268636" cy="6237381"/>
          </a:xfrm>
        </p:spPr>
      </p:pic>
    </p:spTree>
    <p:extLst>
      <p:ext uri="{BB962C8B-B14F-4D97-AF65-F5344CB8AC3E}">
        <p14:creationId xmlns:p14="http://schemas.microsoft.com/office/powerpoint/2010/main" val="5712897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A2B8C-4FFE-BECE-74B5-D3621384CE9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718358F-A9FD-FBDE-7A34-709C8A05DD9D}"/>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31B2BD62-8F4A-2264-9EDE-7E0541CB67CE}"/>
              </a:ext>
            </a:extLst>
          </p:cNvPr>
          <p:cNvPicPr>
            <a:picLocks noChangeAspect="1"/>
          </p:cNvPicPr>
          <p:nvPr/>
        </p:nvPicPr>
        <p:blipFill rotWithShape="1">
          <a:blip r:embed="rId2"/>
          <a:srcRect l="25634" t="18293" r="28582" b="47223"/>
          <a:stretch/>
        </p:blipFill>
        <p:spPr>
          <a:xfrm>
            <a:off x="477672" y="365126"/>
            <a:ext cx="11714328" cy="5530707"/>
          </a:xfrm>
          <a:prstGeom prst="rect">
            <a:avLst/>
          </a:prstGeom>
        </p:spPr>
      </p:pic>
    </p:spTree>
    <p:extLst>
      <p:ext uri="{BB962C8B-B14F-4D97-AF65-F5344CB8AC3E}">
        <p14:creationId xmlns:p14="http://schemas.microsoft.com/office/powerpoint/2010/main" val="28161948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A2B8C-4FFE-BECE-74B5-D3621384CE9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718358F-A9FD-FBDE-7A34-709C8A05DD9D}"/>
              </a:ext>
            </a:extLst>
          </p:cNvPr>
          <p:cNvSpPr>
            <a:spLocks noGrp="1"/>
          </p:cNvSpPr>
          <p:nvPr>
            <p:ph idx="1"/>
          </p:nvPr>
        </p:nvSpPr>
        <p:spPr>
          <a:xfrm>
            <a:off x="838200" y="1921159"/>
            <a:ext cx="10515600" cy="4351338"/>
          </a:xfrm>
        </p:spPr>
        <p:txBody>
          <a:bodyPr/>
          <a:lstStyle/>
          <a:p>
            <a:endParaRPr lang="en-IN" dirty="0"/>
          </a:p>
        </p:txBody>
      </p:sp>
      <p:grpSp>
        <p:nvGrpSpPr>
          <p:cNvPr id="7" name="Group 6">
            <a:extLst>
              <a:ext uri="{FF2B5EF4-FFF2-40B4-BE49-F238E27FC236}">
                <a16:creationId xmlns:a16="http://schemas.microsoft.com/office/drawing/2014/main" id="{2D8E3B3B-B260-D188-7568-2061BFFB025A}"/>
              </a:ext>
            </a:extLst>
          </p:cNvPr>
          <p:cNvGrpSpPr/>
          <p:nvPr/>
        </p:nvGrpSpPr>
        <p:grpSpPr>
          <a:xfrm>
            <a:off x="150126" y="39119"/>
            <a:ext cx="12041874" cy="6470200"/>
            <a:chOff x="150126" y="39119"/>
            <a:chExt cx="12041874" cy="6470200"/>
          </a:xfrm>
        </p:grpSpPr>
        <p:pic>
          <p:nvPicPr>
            <p:cNvPr id="5" name="Picture 4">
              <a:extLst>
                <a:ext uri="{FF2B5EF4-FFF2-40B4-BE49-F238E27FC236}">
                  <a16:creationId xmlns:a16="http://schemas.microsoft.com/office/drawing/2014/main" id="{31B2BD62-8F4A-2264-9EDE-7E0541CB67CE}"/>
                </a:ext>
              </a:extLst>
            </p:cNvPr>
            <p:cNvPicPr>
              <a:picLocks noChangeAspect="1"/>
            </p:cNvPicPr>
            <p:nvPr/>
          </p:nvPicPr>
          <p:blipFill rotWithShape="1">
            <a:blip r:embed="rId2"/>
            <a:srcRect l="25634" t="56720" r="35554" b="18227"/>
            <a:stretch/>
          </p:blipFill>
          <p:spPr>
            <a:xfrm>
              <a:off x="150126" y="39119"/>
              <a:ext cx="12041874" cy="3017979"/>
            </a:xfrm>
            <a:prstGeom prst="rect">
              <a:avLst/>
            </a:prstGeom>
          </p:spPr>
        </p:pic>
        <p:pic>
          <p:nvPicPr>
            <p:cNvPr id="6" name="Picture 5">
              <a:extLst>
                <a:ext uri="{FF2B5EF4-FFF2-40B4-BE49-F238E27FC236}">
                  <a16:creationId xmlns:a16="http://schemas.microsoft.com/office/drawing/2014/main" id="{8FAAC20F-A28F-C8D4-C186-199282E6FEB2}"/>
                </a:ext>
              </a:extLst>
            </p:cNvPr>
            <p:cNvPicPr>
              <a:picLocks noChangeAspect="1"/>
            </p:cNvPicPr>
            <p:nvPr/>
          </p:nvPicPr>
          <p:blipFill rotWithShape="1">
            <a:blip r:embed="rId3"/>
            <a:srcRect l="26194" t="33225" r="35356" b="42360"/>
            <a:stretch/>
          </p:blipFill>
          <p:spPr>
            <a:xfrm>
              <a:off x="384412" y="3484989"/>
              <a:ext cx="11188889" cy="3024330"/>
            </a:xfrm>
            <a:prstGeom prst="rect">
              <a:avLst/>
            </a:prstGeom>
          </p:spPr>
        </p:pic>
      </p:grpSp>
    </p:spTree>
    <p:extLst>
      <p:ext uri="{BB962C8B-B14F-4D97-AF65-F5344CB8AC3E}">
        <p14:creationId xmlns:p14="http://schemas.microsoft.com/office/powerpoint/2010/main" val="3995508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9C8BC-F92C-BF5C-2B02-F203DCFFF28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FDAEE7F-2626-BE1D-1138-6E79EE76F886}"/>
              </a:ext>
            </a:extLst>
          </p:cNvPr>
          <p:cNvSpPr>
            <a:spLocks noGrp="1"/>
          </p:cNvSpPr>
          <p:nvPr>
            <p:ph idx="1"/>
          </p:nvPr>
        </p:nvSpPr>
        <p:spPr/>
        <p:txBody>
          <a:bodyPr/>
          <a:lstStyle/>
          <a:p>
            <a:r>
              <a:rPr lang="en-US" dirty="0"/>
              <a:t>Q 1 (d) A Company has Sales of ` 1,00,00,000; variable Cost is 55% of Sales and fixed Cost is ` 6,00,000. The Capital Structure of the company is: Equity ` 1,20,00,000 and 8% Debt ` 80,00,000. </a:t>
            </a:r>
          </a:p>
          <a:p>
            <a:r>
              <a:rPr lang="en-US" dirty="0"/>
              <a:t>Required: (</a:t>
            </a:r>
            <a:r>
              <a:rPr lang="en-US" dirty="0" err="1"/>
              <a:t>i</a:t>
            </a:r>
            <a:r>
              <a:rPr lang="en-US" dirty="0"/>
              <a:t>) Calculate Company's Operating, Financial and Combined Leverages. (ii) If the Sales amount is increased by 12%, by what percentage EBIT will increase?</a:t>
            </a:r>
            <a:endParaRPr lang="en-IN" dirty="0"/>
          </a:p>
        </p:txBody>
      </p:sp>
    </p:spTree>
    <p:extLst>
      <p:ext uri="{BB962C8B-B14F-4D97-AF65-F5344CB8AC3E}">
        <p14:creationId xmlns:p14="http://schemas.microsoft.com/office/powerpoint/2010/main" val="307609525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1615A-AE71-B1C0-DA9C-7303E9C885F2}"/>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3300B10C-652E-B73A-CAE7-F4101D3BBFF9}"/>
              </a:ext>
            </a:extLst>
          </p:cNvPr>
          <p:cNvSpPr>
            <a:spLocks noGrp="1"/>
          </p:cNvSpPr>
          <p:nvPr>
            <p:ph idx="1"/>
          </p:nvPr>
        </p:nvSpPr>
        <p:spPr/>
        <p:txBody>
          <a:bodyPr/>
          <a:lstStyle/>
          <a:p>
            <a:endParaRPr lang="en-IN" dirty="0"/>
          </a:p>
        </p:txBody>
      </p:sp>
      <p:grpSp>
        <p:nvGrpSpPr>
          <p:cNvPr id="8" name="Group 7">
            <a:extLst>
              <a:ext uri="{FF2B5EF4-FFF2-40B4-BE49-F238E27FC236}">
                <a16:creationId xmlns:a16="http://schemas.microsoft.com/office/drawing/2014/main" id="{738188D4-42FE-AB27-1444-B15308987E67}"/>
              </a:ext>
            </a:extLst>
          </p:cNvPr>
          <p:cNvGrpSpPr/>
          <p:nvPr/>
        </p:nvGrpSpPr>
        <p:grpSpPr>
          <a:xfrm>
            <a:off x="776216" y="221823"/>
            <a:ext cx="10639567" cy="6414354"/>
            <a:chOff x="838199" y="174055"/>
            <a:chExt cx="10639567" cy="6414354"/>
          </a:xfrm>
        </p:grpSpPr>
        <p:pic>
          <p:nvPicPr>
            <p:cNvPr id="5" name="Picture 4">
              <a:extLst>
                <a:ext uri="{FF2B5EF4-FFF2-40B4-BE49-F238E27FC236}">
                  <a16:creationId xmlns:a16="http://schemas.microsoft.com/office/drawing/2014/main" id="{8A06B972-264C-7DAD-4AEA-4D74DED1A19D}"/>
                </a:ext>
              </a:extLst>
            </p:cNvPr>
            <p:cNvPicPr>
              <a:picLocks noChangeAspect="1"/>
            </p:cNvPicPr>
            <p:nvPr/>
          </p:nvPicPr>
          <p:blipFill rotWithShape="1">
            <a:blip r:embed="rId2"/>
            <a:srcRect l="28097" t="73842" r="36866" b="5302"/>
            <a:stretch/>
          </p:blipFill>
          <p:spPr>
            <a:xfrm>
              <a:off x="838199" y="174055"/>
              <a:ext cx="10639567" cy="2565685"/>
            </a:xfrm>
            <a:prstGeom prst="rect">
              <a:avLst/>
            </a:prstGeom>
          </p:spPr>
        </p:pic>
        <p:pic>
          <p:nvPicPr>
            <p:cNvPr id="7" name="Picture 6">
              <a:extLst>
                <a:ext uri="{FF2B5EF4-FFF2-40B4-BE49-F238E27FC236}">
                  <a16:creationId xmlns:a16="http://schemas.microsoft.com/office/drawing/2014/main" id="{4B915D9D-6971-E9EE-9568-8FE378860FE2}"/>
                </a:ext>
              </a:extLst>
            </p:cNvPr>
            <p:cNvPicPr>
              <a:picLocks noChangeAspect="1"/>
            </p:cNvPicPr>
            <p:nvPr/>
          </p:nvPicPr>
          <p:blipFill rotWithShape="1">
            <a:blip r:embed="rId3"/>
            <a:srcRect l="26530" t="38203" r="29366" b="34918"/>
            <a:stretch/>
          </p:blipFill>
          <p:spPr>
            <a:xfrm>
              <a:off x="838199" y="3101501"/>
              <a:ext cx="10639567" cy="3486908"/>
            </a:xfrm>
            <a:prstGeom prst="rect">
              <a:avLst/>
            </a:prstGeom>
          </p:spPr>
        </p:pic>
      </p:grpSp>
    </p:spTree>
    <p:extLst>
      <p:ext uri="{BB962C8B-B14F-4D97-AF65-F5344CB8AC3E}">
        <p14:creationId xmlns:p14="http://schemas.microsoft.com/office/powerpoint/2010/main" val="33015356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E55F1-A96B-6EF6-7D78-54DFCF0265E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2CAADA4-BC43-305E-F1E3-D12C807FF8DD}"/>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7CF9D2DF-C0FE-7F7F-3634-B48879A27C79}"/>
              </a:ext>
            </a:extLst>
          </p:cNvPr>
          <p:cNvPicPr>
            <a:picLocks noChangeAspect="1"/>
          </p:cNvPicPr>
          <p:nvPr/>
        </p:nvPicPr>
        <p:blipFill rotWithShape="1">
          <a:blip r:embed="rId2"/>
          <a:srcRect l="25522" t="31434" r="31045" b="5302"/>
          <a:stretch/>
        </p:blipFill>
        <p:spPr>
          <a:xfrm>
            <a:off x="327546" y="0"/>
            <a:ext cx="11655188" cy="6858000"/>
          </a:xfrm>
          <a:prstGeom prst="rect">
            <a:avLst/>
          </a:prstGeom>
        </p:spPr>
      </p:pic>
    </p:spTree>
    <p:extLst>
      <p:ext uri="{BB962C8B-B14F-4D97-AF65-F5344CB8AC3E}">
        <p14:creationId xmlns:p14="http://schemas.microsoft.com/office/powerpoint/2010/main" val="11792296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69F6B-7388-9B61-60E8-571702EEBC3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740887A-D936-B145-98E0-210CB8C29395}"/>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B8A1790C-FA3E-3F1D-DFAF-FEE7E9C193D2}"/>
              </a:ext>
            </a:extLst>
          </p:cNvPr>
          <p:cNvPicPr>
            <a:picLocks noChangeAspect="1"/>
          </p:cNvPicPr>
          <p:nvPr/>
        </p:nvPicPr>
        <p:blipFill rotWithShape="1">
          <a:blip r:embed="rId2"/>
          <a:srcRect l="25411" t="41987" r="35858" b="18392"/>
          <a:stretch/>
        </p:blipFill>
        <p:spPr>
          <a:xfrm>
            <a:off x="450376" y="365126"/>
            <a:ext cx="11409528" cy="6281334"/>
          </a:xfrm>
          <a:prstGeom prst="rect">
            <a:avLst/>
          </a:prstGeom>
        </p:spPr>
      </p:pic>
    </p:spTree>
    <p:extLst>
      <p:ext uri="{BB962C8B-B14F-4D97-AF65-F5344CB8AC3E}">
        <p14:creationId xmlns:p14="http://schemas.microsoft.com/office/powerpoint/2010/main" val="25434049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C278F-B45F-DF80-1147-B96BC6ABD60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4D54EB0-30D4-67AF-600D-287CC3ED5CC4}"/>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43132949-B74F-6158-9D6C-018566DBC5A9}"/>
              </a:ext>
            </a:extLst>
          </p:cNvPr>
          <p:cNvPicPr>
            <a:picLocks noChangeAspect="1"/>
          </p:cNvPicPr>
          <p:nvPr/>
        </p:nvPicPr>
        <p:blipFill rotWithShape="1">
          <a:blip r:embed="rId2"/>
          <a:srcRect l="26978" t="34619" r="28694" b="20782"/>
          <a:stretch/>
        </p:blipFill>
        <p:spPr>
          <a:xfrm>
            <a:off x="395785" y="177421"/>
            <a:ext cx="11122925" cy="6315454"/>
          </a:xfrm>
          <a:prstGeom prst="rect">
            <a:avLst/>
          </a:prstGeom>
        </p:spPr>
      </p:pic>
    </p:spTree>
    <p:extLst>
      <p:ext uri="{BB962C8B-B14F-4D97-AF65-F5344CB8AC3E}">
        <p14:creationId xmlns:p14="http://schemas.microsoft.com/office/powerpoint/2010/main" val="28589134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1957</TotalTime>
  <Words>360</Words>
  <Application>Microsoft Office PowerPoint</Application>
  <PresentationFormat>Widescreen</PresentationFormat>
  <Paragraphs>14</Paragraphs>
  <Slides>55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55</vt:i4>
      </vt:variant>
    </vt:vector>
  </HeadingPairs>
  <TitlesOfParts>
    <vt:vector size="59"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ANSWER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tajinder jassal</dc:creator>
  <cp:lastModifiedBy>tajinder jassal</cp:lastModifiedBy>
  <cp:revision>20</cp:revision>
  <dcterms:created xsi:type="dcterms:W3CDTF">2022-09-08T02:30:01Z</dcterms:created>
  <dcterms:modified xsi:type="dcterms:W3CDTF">2022-11-04T05:31:37Z</dcterms:modified>
</cp:coreProperties>
</file>