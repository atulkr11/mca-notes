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68" r:id="rId2"/>
    <p:sldId id="469" r:id="rId3"/>
    <p:sldId id="470" r:id="rId4"/>
    <p:sldId id="515" r:id="rId5"/>
    <p:sldId id="471" r:id="rId6"/>
    <p:sldId id="472" r:id="rId7"/>
    <p:sldId id="473" r:id="rId8"/>
    <p:sldId id="474" r:id="rId9"/>
    <p:sldId id="475" r:id="rId10"/>
    <p:sldId id="476" r:id="rId11"/>
    <p:sldId id="477" r:id="rId12"/>
    <p:sldId id="478" r:id="rId13"/>
    <p:sldId id="479" r:id="rId14"/>
    <p:sldId id="480" r:id="rId15"/>
    <p:sldId id="481" r:id="rId16"/>
    <p:sldId id="257" r:id="rId17"/>
    <p:sldId id="443" r:id="rId18"/>
    <p:sldId id="494" r:id="rId19"/>
    <p:sldId id="495" r:id="rId20"/>
    <p:sldId id="459" r:id="rId21"/>
    <p:sldId id="516" r:id="rId22"/>
    <p:sldId id="496" r:id="rId23"/>
    <p:sldId id="497" r:id="rId24"/>
    <p:sldId id="498" r:id="rId25"/>
    <p:sldId id="499" r:id="rId26"/>
    <p:sldId id="500" r:id="rId27"/>
    <p:sldId id="501" r:id="rId28"/>
    <p:sldId id="502" r:id="rId29"/>
    <p:sldId id="460" r:id="rId30"/>
    <p:sldId id="503" r:id="rId31"/>
    <p:sldId id="514" r:id="rId32"/>
    <p:sldId id="504" r:id="rId33"/>
    <p:sldId id="505" r:id="rId34"/>
    <p:sldId id="506" r:id="rId35"/>
    <p:sldId id="507" r:id="rId36"/>
    <p:sldId id="508" r:id="rId37"/>
    <p:sldId id="509" r:id="rId38"/>
    <p:sldId id="510" r:id="rId39"/>
    <p:sldId id="511" r:id="rId40"/>
    <p:sldId id="512" r:id="rId41"/>
    <p:sldId id="513" r:id="rId42"/>
    <p:sldId id="258" r:id="rId43"/>
    <p:sldId id="416" r:id="rId44"/>
    <p:sldId id="417" r:id="rId45"/>
    <p:sldId id="418" r:id="rId46"/>
    <p:sldId id="419" r:id="rId47"/>
    <p:sldId id="420" r:id="rId48"/>
    <p:sldId id="439" r:id="rId49"/>
    <p:sldId id="421" r:id="rId50"/>
    <p:sldId id="423" r:id="rId51"/>
    <p:sldId id="441" r:id="rId52"/>
    <p:sldId id="440" r:id="rId53"/>
    <p:sldId id="424" r:id="rId54"/>
    <p:sldId id="426" r:id="rId55"/>
    <p:sldId id="427" r:id="rId56"/>
    <p:sldId id="442" r:id="rId57"/>
    <p:sldId id="428" r:id="rId58"/>
    <p:sldId id="430" r:id="rId59"/>
    <p:sldId id="431" r:id="rId60"/>
    <p:sldId id="432" r:id="rId61"/>
    <p:sldId id="461" r:id="rId62"/>
    <p:sldId id="462" r:id="rId63"/>
    <p:sldId id="463" r:id="rId64"/>
    <p:sldId id="464" r:id="rId65"/>
    <p:sldId id="465" r:id="rId66"/>
    <p:sldId id="433" r:id="rId67"/>
    <p:sldId id="434" r:id="rId68"/>
    <p:sldId id="435" r:id="rId69"/>
    <p:sldId id="436" r:id="rId70"/>
    <p:sldId id="437" r:id="rId71"/>
    <p:sldId id="438" r:id="rId72"/>
    <p:sldId id="444" r:id="rId73"/>
    <p:sldId id="445" r:id="rId74"/>
    <p:sldId id="446" r:id="rId75"/>
    <p:sldId id="447" r:id="rId76"/>
    <p:sldId id="448" r:id="rId77"/>
    <p:sldId id="449" r:id="rId78"/>
    <p:sldId id="450" r:id="rId79"/>
    <p:sldId id="451" r:id="rId80"/>
    <p:sldId id="452" r:id="rId81"/>
    <p:sldId id="467" r:id="rId82"/>
    <p:sldId id="466" r:id="rId83"/>
    <p:sldId id="456" r:id="rId84"/>
  </p:sldIdLst>
  <p:sldSz cx="9144000" cy="6858000" type="screen4x3"/>
  <p:notesSz cx="6858000" cy="9144000"/>
  <p:defaultTextStyle>
    <a:defPPr>
      <a:defRPr lang="en-US"/>
    </a:defPPr>
    <a:lvl1pPr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1pPr>
    <a:lvl2pPr marL="4572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2pPr>
    <a:lvl3pPr marL="9144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3pPr>
    <a:lvl4pPr marL="13716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18288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FF990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9785" autoAdjust="0"/>
  </p:normalViewPr>
  <p:slideViewPr>
    <p:cSldViewPr>
      <p:cViewPr varScale="1">
        <p:scale>
          <a:sx n="74" d="100"/>
          <a:sy n="74" d="100"/>
        </p:scale>
        <p:origin x="1642" y="5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75" d="100"/>
        <a:sy n="75" d="100"/>
      </p:scale>
      <p:origin x="0" y="9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slide" Target="slides/slide45.xml"/><Relationship Id="rId1" Type="http://schemas.openxmlformats.org/officeDocument/2006/relationships/slide" Target="slides/slide44.xml"/><Relationship Id="rId4" Type="http://schemas.openxmlformats.org/officeDocument/2006/relationships/slide" Target="slides/slide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F790BDB-E038-6FF4-BAB4-94F3FD52BBD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65412FF-EFEE-5A22-9A2C-ADC13EC1F6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B2C481A-5F40-E712-5A85-A8B4011F4475}"/>
              </a:ext>
            </a:extLst>
          </p:cNvPr>
          <p:cNvSpPr>
            <a:spLocks noGrp="1" noChangeArrowheads="1"/>
          </p:cNvSpPr>
          <p:nvPr>
            <p:ph type="sldNum" sz="quarter" idx="12"/>
          </p:nvPr>
        </p:nvSpPr>
        <p:spPr>
          <a:ln/>
        </p:spPr>
        <p:txBody>
          <a:bodyPr/>
          <a:lstStyle>
            <a:lvl1pPr>
              <a:defRPr/>
            </a:lvl1pPr>
          </a:lstStyle>
          <a:p>
            <a:fld id="{D8DAE27C-668C-4E07-B8D3-974BE0F4B582}" type="slidenum">
              <a:rPr lang="en-US" altLang="en-US"/>
              <a:pPr/>
              <a:t>‹#›</a:t>
            </a:fld>
            <a:endParaRPr lang="en-US" altLang="en-US"/>
          </a:p>
        </p:txBody>
      </p:sp>
    </p:spTree>
    <p:extLst>
      <p:ext uri="{BB962C8B-B14F-4D97-AF65-F5344CB8AC3E}">
        <p14:creationId xmlns:p14="http://schemas.microsoft.com/office/powerpoint/2010/main" val="180535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8BFAD74-0F4C-6794-C541-FE1C275F04E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09C0452-8E8B-E8BA-EA2F-7AC53110569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A3C2F9E-A512-D68E-105C-70B5A0441B05}"/>
              </a:ext>
            </a:extLst>
          </p:cNvPr>
          <p:cNvSpPr>
            <a:spLocks noGrp="1" noChangeArrowheads="1"/>
          </p:cNvSpPr>
          <p:nvPr>
            <p:ph type="sldNum" sz="quarter" idx="12"/>
          </p:nvPr>
        </p:nvSpPr>
        <p:spPr>
          <a:ln/>
        </p:spPr>
        <p:txBody>
          <a:bodyPr/>
          <a:lstStyle>
            <a:lvl1pPr>
              <a:defRPr/>
            </a:lvl1pPr>
          </a:lstStyle>
          <a:p>
            <a:fld id="{616A0DA3-449F-4F25-B69E-1F8704D931E0}" type="slidenum">
              <a:rPr lang="en-US" altLang="en-US"/>
              <a:pPr/>
              <a:t>‹#›</a:t>
            </a:fld>
            <a:endParaRPr lang="en-US" altLang="en-US"/>
          </a:p>
        </p:txBody>
      </p:sp>
    </p:spTree>
    <p:extLst>
      <p:ext uri="{BB962C8B-B14F-4D97-AF65-F5344CB8AC3E}">
        <p14:creationId xmlns:p14="http://schemas.microsoft.com/office/powerpoint/2010/main" val="214347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201EBFD-98B3-1717-A0E0-C7726C3542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54E4066-7EA9-E978-E44A-85DC6D0BE8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6D18B5F-A8CA-D2CE-038E-E700747C12FF}"/>
              </a:ext>
            </a:extLst>
          </p:cNvPr>
          <p:cNvSpPr>
            <a:spLocks noGrp="1" noChangeArrowheads="1"/>
          </p:cNvSpPr>
          <p:nvPr>
            <p:ph type="sldNum" sz="quarter" idx="12"/>
          </p:nvPr>
        </p:nvSpPr>
        <p:spPr>
          <a:ln/>
        </p:spPr>
        <p:txBody>
          <a:bodyPr/>
          <a:lstStyle>
            <a:lvl1pPr>
              <a:defRPr/>
            </a:lvl1pPr>
          </a:lstStyle>
          <a:p>
            <a:fld id="{6CEB5816-AC8E-4192-9079-D1DE9A98542D}" type="slidenum">
              <a:rPr lang="en-US" altLang="en-US"/>
              <a:pPr/>
              <a:t>‹#›</a:t>
            </a:fld>
            <a:endParaRPr lang="en-US" altLang="en-US"/>
          </a:p>
        </p:txBody>
      </p:sp>
    </p:spTree>
    <p:extLst>
      <p:ext uri="{BB962C8B-B14F-4D97-AF65-F5344CB8AC3E}">
        <p14:creationId xmlns:p14="http://schemas.microsoft.com/office/powerpoint/2010/main" val="389485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BBD0AE-D163-E8DA-1D83-AB940D03360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896EC5A-58C0-D9EC-59F9-005554A3A04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31D4CB8-698B-2791-3446-26BE741C1764}"/>
              </a:ext>
            </a:extLst>
          </p:cNvPr>
          <p:cNvSpPr>
            <a:spLocks noGrp="1" noChangeArrowheads="1"/>
          </p:cNvSpPr>
          <p:nvPr>
            <p:ph type="sldNum" sz="quarter" idx="12"/>
          </p:nvPr>
        </p:nvSpPr>
        <p:spPr>
          <a:ln/>
        </p:spPr>
        <p:txBody>
          <a:bodyPr/>
          <a:lstStyle>
            <a:lvl1pPr>
              <a:defRPr/>
            </a:lvl1pPr>
          </a:lstStyle>
          <a:p>
            <a:fld id="{DADE5256-293F-434A-867D-646431923CA3}" type="slidenum">
              <a:rPr lang="en-US" altLang="en-US"/>
              <a:pPr/>
              <a:t>‹#›</a:t>
            </a:fld>
            <a:endParaRPr lang="en-US" altLang="en-US"/>
          </a:p>
        </p:txBody>
      </p:sp>
    </p:spTree>
    <p:extLst>
      <p:ext uri="{BB962C8B-B14F-4D97-AF65-F5344CB8AC3E}">
        <p14:creationId xmlns:p14="http://schemas.microsoft.com/office/powerpoint/2010/main" val="4094827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0AB08EA-FB7E-F428-6617-46F6905B817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12EE4DA-14A2-9AA4-4A69-C309ABFB54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FE1E894-FA15-BE8F-1CC7-71B5ACEFCD63}"/>
              </a:ext>
            </a:extLst>
          </p:cNvPr>
          <p:cNvSpPr>
            <a:spLocks noGrp="1" noChangeArrowheads="1"/>
          </p:cNvSpPr>
          <p:nvPr>
            <p:ph type="sldNum" sz="quarter" idx="12"/>
          </p:nvPr>
        </p:nvSpPr>
        <p:spPr>
          <a:ln/>
        </p:spPr>
        <p:txBody>
          <a:bodyPr/>
          <a:lstStyle>
            <a:lvl1pPr>
              <a:defRPr/>
            </a:lvl1pPr>
          </a:lstStyle>
          <a:p>
            <a:fld id="{71B9A078-7270-4E8E-8EF2-6205B5F39081}" type="slidenum">
              <a:rPr lang="en-US" altLang="en-US"/>
              <a:pPr/>
              <a:t>‹#›</a:t>
            </a:fld>
            <a:endParaRPr lang="en-US" altLang="en-US"/>
          </a:p>
        </p:txBody>
      </p:sp>
    </p:spTree>
    <p:extLst>
      <p:ext uri="{BB962C8B-B14F-4D97-AF65-F5344CB8AC3E}">
        <p14:creationId xmlns:p14="http://schemas.microsoft.com/office/powerpoint/2010/main" val="76970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99A076C-FAFB-09DC-373C-F4CE53ED93A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89E5C36-BF20-7B1B-B621-A48059E130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6978C68-1C8B-AE63-9454-00CF266D8305}"/>
              </a:ext>
            </a:extLst>
          </p:cNvPr>
          <p:cNvSpPr>
            <a:spLocks noGrp="1" noChangeArrowheads="1"/>
          </p:cNvSpPr>
          <p:nvPr>
            <p:ph type="sldNum" sz="quarter" idx="12"/>
          </p:nvPr>
        </p:nvSpPr>
        <p:spPr>
          <a:ln/>
        </p:spPr>
        <p:txBody>
          <a:bodyPr/>
          <a:lstStyle>
            <a:lvl1pPr>
              <a:defRPr/>
            </a:lvl1pPr>
          </a:lstStyle>
          <a:p>
            <a:fld id="{BA45B996-03A7-4680-8BE8-3228285C3D8B}" type="slidenum">
              <a:rPr lang="en-US" altLang="en-US"/>
              <a:pPr/>
              <a:t>‹#›</a:t>
            </a:fld>
            <a:endParaRPr lang="en-US" altLang="en-US"/>
          </a:p>
        </p:txBody>
      </p:sp>
    </p:spTree>
    <p:extLst>
      <p:ext uri="{BB962C8B-B14F-4D97-AF65-F5344CB8AC3E}">
        <p14:creationId xmlns:p14="http://schemas.microsoft.com/office/powerpoint/2010/main" val="124956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649D32D-3D07-969E-73A4-B6C3C73A06D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72E8C50-0322-8466-CCCC-E8777CA6F1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069D795-A043-FECC-EA97-9A945714C97E}"/>
              </a:ext>
            </a:extLst>
          </p:cNvPr>
          <p:cNvSpPr>
            <a:spLocks noGrp="1" noChangeArrowheads="1"/>
          </p:cNvSpPr>
          <p:nvPr>
            <p:ph type="sldNum" sz="quarter" idx="12"/>
          </p:nvPr>
        </p:nvSpPr>
        <p:spPr>
          <a:ln/>
        </p:spPr>
        <p:txBody>
          <a:bodyPr/>
          <a:lstStyle>
            <a:lvl1pPr>
              <a:defRPr/>
            </a:lvl1pPr>
          </a:lstStyle>
          <a:p>
            <a:fld id="{58D7F9D5-C84A-42DC-A142-A0725DDB4D4D}" type="slidenum">
              <a:rPr lang="en-US" altLang="en-US"/>
              <a:pPr/>
              <a:t>‹#›</a:t>
            </a:fld>
            <a:endParaRPr lang="en-US" altLang="en-US"/>
          </a:p>
        </p:txBody>
      </p:sp>
    </p:spTree>
    <p:extLst>
      <p:ext uri="{BB962C8B-B14F-4D97-AF65-F5344CB8AC3E}">
        <p14:creationId xmlns:p14="http://schemas.microsoft.com/office/powerpoint/2010/main" val="3393355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67E9FA6-4379-E454-82BE-3DDB45FB336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B267068-84DF-5A80-939C-4046AB1FC63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919009D-28B1-8E2F-80DB-D7738BEE6914}"/>
              </a:ext>
            </a:extLst>
          </p:cNvPr>
          <p:cNvSpPr>
            <a:spLocks noGrp="1" noChangeArrowheads="1"/>
          </p:cNvSpPr>
          <p:nvPr>
            <p:ph type="sldNum" sz="quarter" idx="12"/>
          </p:nvPr>
        </p:nvSpPr>
        <p:spPr>
          <a:ln/>
        </p:spPr>
        <p:txBody>
          <a:bodyPr/>
          <a:lstStyle>
            <a:lvl1pPr>
              <a:defRPr/>
            </a:lvl1pPr>
          </a:lstStyle>
          <a:p>
            <a:fld id="{C4C1645E-D55F-4FD3-A4DA-D3DEAC574360}" type="slidenum">
              <a:rPr lang="en-US" altLang="en-US"/>
              <a:pPr/>
              <a:t>‹#›</a:t>
            </a:fld>
            <a:endParaRPr lang="en-US" altLang="en-US"/>
          </a:p>
        </p:txBody>
      </p:sp>
    </p:spTree>
    <p:extLst>
      <p:ext uri="{BB962C8B-B14F-4D97-AF65-F5344CB8AC3E}">
        <p14:creationId xmlns:p14="http://schemas.microsoft.com/office/powerpoint/2010/main" val="2184524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489B5ED-2EBD-0005-9F0F-35A5AB909ED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6DAFA26-728D-3FB9-591A-5481203491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501C1C7-6788-4C74-9C0B-4108B4854C9A}"/>
              </a:ext>
            </a:extLst>
          </p:cNvPr>
          <p:cNvSpPr>
            <a:spLocks noGrp="1" noChangeArrowheads="1"/>
          </p:cNvSpPr>
          <p:nvPr>
            <p:ph type="sldNum" sz="quarter" idx="12"/>
          </p:nvPr>
        </p:nvSpPr>
        <p:spPr>
          <a:ln/>
        </p:spPr>
        <p:txBody>
          <a:bodyPr/>
          <a:lstStyle>
            <a:lvl1pPr>
              <a:defRPr/>
            </a:lvl1pPr>
          </a:lstStyle>
          <a:p>
            <a:fld id="{B06DAF6F-AE0D-41DF-B149-DB333B9832E7}" type="slidenum">
              <a:rPr lang="en-US" altLang="en-US"/>
              <a:pPr/>
              <a:t>‹#›</a:t>
            </a:fld>
            <a:endParaRPr lang="en-US" altLang="en-US"/>
          </a:p>
        </p:txBody>
      </p:sp>
    </p:spTree>
    <p:extLst>
      <p:ext uri="{BB962C8B-B14F-4D97-AF65-F5344CB8AC3E}">
        <p14:creationId xmlns:p14="http://schemas.microsoft.com/office/powerpoint/2010/main" val="280427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57316B8-1F65-47A5-BE47-E58BFD9DD6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4057690-4978-FEF3-14B3-4623D42F62B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BBBD44-A329-2C68-317F-DAF9E11C3DA4}"/>
              </a:ext>
            </a:extLst>
          </p:cNvPr>
          <p:cNvSpPr>
            <a:spLocks noGrp="1" noChangeArrowheads="1"/>
          </p:cNvSpPr>
          <p:nvPr>
            <p:ph type="sldNum" sz="quarter" idx="12"/>
          </p:nvPr>
        </p:nvSpPr>
        <p:spPr>
          <a:ln/>
        </p:spPr>
        <p:txBody>
          <a:bodyPr/>
          <a:lstStyle>
            <a:lvl1pPr>
              <a:defRPr/>
            </a:lvl1pPr>
          </a:lstStyle>
          <a:p>
            <a:fld id="{978028DE-ADB2-4ED9-B71E-316352CEBBB0}" type="slidenum">
              <a:rPr lang="en-US" altLang="en-US"/>
              <a:pPr/>
              <a:t>‹#›</a:t>
            </a:fld>
            <a:endParaRPr lang="en-US" altLang="en-US"/>
          </a:p>
        </p:txBody>
      </p:sp>
    </p:spTree>
    <p:extLst>
      <p:ext uri="{BB962C8B-B14F-4D97-AF65-F5344CB8AC3E}">
        <p14:creationId xmlns:p14="http://schemas.microsoft.com/office/powerpoint/2010/main" val="2562049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1C8DCA6-E46D-918E-BE07-DD89CDEA596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082F080-5A61-5631-380C-8E6C986DE9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5338A54-BB90-DDA3-8E31-EADCBDD70160}"/>
              </a:ext>
            </a:extLst>
          </p:cNvPr>
          <p:cNvSpPr>
            <a:spLocks noGrp="1" noChangeArrowheads="1"/>
          </p:cNvSpPr>
          <p:nvPr>
            <p:ph type="sldNum" sz="quarter" idx="12"/>
          </p:nvPr>
        </p:nvSpPr>
        <p:spPr>
          <a:ln/>
        </p:spPr>
        <p:txBody>
          <a:bodyPr/>
          <a:lstStyle>
            <a:lvl1pPr>
              <a:defRPr/>
            </a:lvl1pPr>
          </a:lstStyle>
          <a:p>
            <a:fld id="{5D3B9A3D-1237-4962-A9D7-E6BDA4DC8E12}" type="slidenum">
              <a:rPr lang="en-US" altLang="en-US"/>
              <a:pPr/>
              <a:t>‹#›</a:t>
            </a:fld>
            <a:endParaRPr lang="en-US" altLang="en-US"/>
          </a:p>
        </p:txBody>
      </p:sp>
    </p:spTree>
    <p:extLst>
      <p:ext uri="{BB962C8B-B14F-4D97-AF65-F5344CB8AC3E}">
        <p14:creationId xmlns:p14="http://schemas.microsoft.com/office/powerpoint/2010/main" val="1175762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D30C6AA-5A29-FAF6-41EF-7F982218809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7FC1128-868E-8E6C-C6B2-8D8970834BEC}"/>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9E7020F-F0EA-833C-914D-942F922E803F}"/>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FontTx/>
              <a:buNone/>
              <a:defRPr sz="1400"/>
            </a:lvl1pPr>
          </a:lstStyle>
          <a:p>
            <a:pPr>
              <a:defRPr/>
            </a:pPr>
            <a:endParaRPr lang="en-US"/>
          </a:p>
        </p:txBody>
      </p:sp>
      <p:sp>
        <p:nvSpPr>
          <p:cNvPr id="1029" name="Rectangle 5">
            <a:extLst>
              <a:ext uri="{FF2B5EF4-FFF2-40B4-BE49-F238E27FC236}">
                <a16:creationId xmlns:a16="http://schemas.microsoft.com/office/drawing/2014/main" id="{E3E20C0A-24F1-27AE-3FFF-41A175BFFFF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400"/>
            </a:lvl1pPr>
          </a:lstStyle>
          <a:p>
            <a:pPr>
              <a:defRPr/>
            </a:pPr>
            <a:endParaRPr lang="en-US"/>
          </a:p>
        </p:txBody>
      </p:sp>
      <p:sp>
        <p:nvSpPr>
          <p:cNvPr id="1030" name="Rectangle 6">
            <a:extLst>
              <a:ext uri="{FF2B5EF4-FFF2-40B4-BE49-F238E27FC236}">
                <a16:creationId xmlns:a16="http://schemas.microsoft.com/office/drawing/2014/main" id="{4E9EBCC9-30A7-1A6B-3878-5F0FFC02035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400"/>
            </a:lvl1pPr>
          </a:lstStyle>
          <a:p>
            <a:fld id="{3B2B5C59-1783-4803-85D5-6F0193F7D65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2BF249DD-84B0-D5BC-D035-4266E78A8EBB}"/>
              </a:ext>
            </a:extLst>
          </p:cNvPr>
          <p:cNvSpPr>
            <a:spLocks noGrp="1"/>
          </p:cNvSpPr>
          <p:nvPr>
            <p:ph type="ctrTitle"/>
          </p:nvPr>
        </p:nvSpPr>
        <p:spPr/>
        <p:txBody>
          <a:bodyPr/>
          <a:lstStyle/>
          <a:p>
            <a:r>
              <a:rPr lang="en-US" altLang="en-US"/>
              <a:t>Graph Data Structure</a:t>
            </a:r>
          </a:p>
        </p:txBody>
      </p:sp>
      <p:sp>
        <p:nvSpPr>
          <p:cNvPr id="2051" name="Subtitle 2">
            <a:extLst>
              <a:ext uri="{FF2B5EF4-FFF2-40B4-BE49-F238E27FC236}">
                <a16:creationId xmlns:a16="http://schemas.microsoft.com/office/drawing/2014/main" id="{DEA9DD12-8CE2-4102-46F7-D7C8BBCF994D}"/>
              </a:ext>
            </a:extLst>
          </p:cNvPr>
          <p:cNvSpPr>
            <a:spLocks noGrp="1"/>
          </p:cNvSpPr>
          <p:nvPr>
            <p:ph type="subTitle" idx="1"/>
          </p:nvPr>
        </p:nvSpPr>
        <p:spPr/>
        <p:txBody>
          <a:bodyPr/>
          <a:lstStyle/>
          <a:p>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F06799BA-FF15-3107-7722-6E59B77F0DA8}"/>
              </a:ext>
            </a:extLst>
          </p:cNvPr>
          <p:cNvSpPr>
            <a:spLocks noGrp="1"/>
          </p:cNvSpPr>
          <p:nvPr>
            <p:ph type="title"/>
          </p:nvPr>
        </p:nvSpPr>
        <p:spPr/>
        <p:txBody>
          <a:bodyPr/>
          <a:lstStyle/>
          <a:p>
            <a:r>
              <a:rPr lang="en-US" altLang="en-US"/>
              <a:t>Graph</a:t>
            </a:r>
          </a:p>
        </p:txBody>
      </p:sp>
      <p:sp>
        <p:nvSpPr>
          <p:cNvPr id="3075" name="Content Placeholder 2">
            <a:extLst>
              <a:ext uri="{FF2B5EF4-FFF2-40B4-BE49-F238E27FC236}">
                <a16:creationId xmlns:a16="http://schemas.microsoft.com/office/drawing/2014/main" id="{72306E4B-2450-8A74-8798-9596CE6FA437}"/>
              </a:ext>
            </a:extLst>
          </p:cNvPr>
          <p:cNvSpPr>
            <a:spLocks noGrp="1"/>
          </p:cNvSpPr>
          <p:nvPr>
            <p:ph idx="1"/>
          </p:nvPr>
        </p:nvSpPr>
        <p:spPr/>
        <p:txBody>
          <a:bodyPr/>
          <a:lstStyle/>
          <a:p>
            <a:r>
              <a:rPr lang="en-US" altLang="en-US"/>
              <a:t>A graph is a pictorial representation of a set of objects where some pairs of objects are connected by links. The interconnected objects are represented by points termed as </a:t>
            </a:r>
            <a:r>
              <a:rPr lang="en-US" altLang="en-US" b="1"/>
              <a:t>vertices</a:t>
            </a:r>
            <a:r>
              <a:rPr lang="en-US" altLang="en-US"/>
              <a:t>, and the links that connect the vertices are called </a:t>
            </a:r>
            <a:r>
              <a:rPr lang="en-US" altLang="en-US" b="1"/>
              <a:t>edges</a:t>
            </a:r>
            <a:r>
              <a:rPr lang="en-US" altLang="en-US"/>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8E6FBC0F-94B3-9AB8-DBBF-929B1B9E6FFE}"/>
              </a:ext>
            </a:extLst>
          </p:cNvPr>
          <p:cNvSpPr>
            <a:spLocks noGrp="1"/>
          </p:cNvSpPr>
          <p:nvPr>
            <p:ph idx="1"/>
          </p:nvPr>
        </p:nvSpPr>
        <p:spPr>
          <a:xfrm>
            <a:off x="609600" y="838200"/>
            <a:ext cx="7772400" cy="2362200"/>
          </a:xfrm>
        </p:spPr>
        <p:txBody>
          <a:bodyPr/>
          <a:lstStyle/>
          <a:p>
            <a:r>
              <a:rPr lang="en-US" altLang="en-US"/>
              <a:t>Formally, a graph is a pair of sets </a:t>
            </a:r>
            <a:r>
              <a:rPr lang="en-US" altLang="en-US" b="1"/>
              <a:t>(V, E)</a:t>
            </a:r>
            <a:r>
              <a:rPr lang="en-US" altLang="en-US"/>
              <a:t>, where </a:t>
            </a:r>
            <a:r>
              <a:rPr lang="en-US" altLang="en-US" b="1"/>
              <a:t>V</a:t>
            </a:r>
            <a:r>
              <a:rPr lang="en-US" altLang="en-US"/>
              <a:t> is the set of vertices and </a:t>
            </a:r>
            <a:r>
              <a:rPr lang="en-US" altLang="en-US" b="1"/>
              <a:t>E</a:t>
            </a:r>
            <a:r>
              <a:rPr lang="en-US" altLang="en-US"/>
              <a:t> is the set of edges, connecting the pairs of vertices. Take a look at the following graph </a:t>
            </a:r>
          </a:p>
          <a:p>
            <a:pPr>
              <a:buFontTx/>
              <a:buNone/>
            </a:pPr>
            <a:endParaRPr lang="en-US" altLang="en-US"/>
          </a:p>
          <a:p>
            <a:pPr>
              <a:buFontTx/>
              <a:buNone/>
            </a:pPr>
            <a:endParaRPr lang="en-US" altLang="en-US"/>
          </a:p>
          <a:p>
            <a:pPr>
              <a:buFontTx/>
              <a:buNone/>
            </a:pPr>
            <a:endParaRPr lang="en-US" altLang="en-US"/>
          </a:p>
          <a:p>
            <a:pPr>
              <a:buFontTx/>
              <a:buNone/>
            </a:pPr>
            <a:endParaRPr lang="en-US" altLang="en-US"/>
          </a:p>
        </p:txBody>
      </p:sp>
      <p:pic>
        <p:nvPicPr>
          <p:cNvPr id="4099" name="Picture 4" descr="Graph Basics">
            <a:extLst>
              <a:ext uri="{FF2B5EF4-FFF2-40B4-BE49-F238E27FC236}">
                <a16:creationId xmlns:a16="http://schemas.microsoft.com/office/drawing/2014/main" id="{A1B7B923-1727-7146-6475-51FD69770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048000"/>
            <a:ext cx="23812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Box 5">
            <a:extLst>
              <a:ext uri="{FF2B5EF4-FFF2-40B4-BE49-F238E27FC236}">
                <a16:creationId xmlns:a16="http://schemas.microsoft.com/office/drawing/2014/main" id="{B98CAA7B-68BF-25C8-4A69-07AE27C815A8}"/>
              </a:ext>
            </a:extLst>
          </p:cNvPr>
          <p:cNvSpPr txBox="1">
            <a:spLocks noChangeArrowheads="1"/>
          </p:cNvSpPr>
          <p:nvPr/>
        </p:nvSpPr>
        <p:spPr bwMode="auto">
          <a:xfrm>
            <a:off x="2590800" y="5105400"/>
            <a:ext cx="35814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buFontTx/>
              <a:buNone/>
            </a:pPr>
            <a:r>
              <a:rPr lang="en-US" altLang="en-US"/>
              <a:t>In the above graph,</a:t>
            </a:r>
          </a:p>
          <a:p>
            <a:pPr algn="l" eaLnBrk="1" hangingPunct="1"/>
            <a:r>
              <a:rPr lang="en-US" altLang="en-US"/>
              <a:t>V = {a, b, c, d, e}</a:t>
            </a:r>
          </a:p>
          <a:p>
            <a:pPr algn="l" eaLnBrk="1" hangingPunct="1"/>
            <a:r>
              <a:rPr lang="en-US" altLang="en-US"/>
              <a:t>E = {ab, ac, bd, cd, 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B09E680-11A3-CE47-FEE6-662BE33DE77B}"/>
              </a:ext>
            </a:extLst>
          </p:cNvPr>
          <p:cNvSpPr>
            <a:spLocks noGrp="1"/>
          </p:cNvSpPr>
          <p:nvPr>
            <p:ph type="title"/>
          </p:nvPr>
        </p:nvSpPr>
        <p:spPr>
          <a:xfrm>
            <a:off x="762000" y="228600"/>
            <a:ext cx="7772400" cy="1143000"/>
          </a:xfrm>
        </p:spPr>
        <p:txBody>
          <a:bodyPr/>
          <a:lstStyle/>
          <a:p>
            <a:r>
              <a:rPr lang="en-US" altLang="en-US"/>
              <a:t>GRAPH</a:t>
            </a:r>
          </a:p>
        </p:txBody>
      </p:sp>
      <p:pic>
        <p:nvPicPr>
          <p:cNvPr id="5123" name="Picture 2" descr="graph">
            <a:extLst>
              <a:ext uri="{FF2B5EF4-FFF2-40B4-BE49-F238E27FC236}">
                <a16:creationId xmlns:a16="http://schemas.microsoft.com/office/drawing/2014/main" id="{4A10F333-4B92-4152-93D7-0D331057C6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676400"/>
            <a:ext cx="3429000" cy="470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4B51826D-7B02-FDC7-7B89-6DA42AB92404}"/>
              </a:ext>
            </a:extLst>
          </p:cNvPr>
          <p:cNvSpPr>
            <a:spLocks noGrp="1"/>
          </p:cNvSpPr>
          <p:nvPr>
            <p:ph type="title"/>
          </p:nvPr>
        </p:nvSpPr>
        <p:spPr/>
        <p:txBody>
          <a:bodyPr/>
          <a:lstStyle/>
          <a:p>
            <a:r>
              <a:rPr lang="en-US" altLang="en-US"/>
              <a:t>Representation</a:t>
            </a:r>
          </a:p>
        </p:txBody>
      </p:sp>
      <p:sp>
        <p:nvSpPr>
          <p:cNvPr id="6147" name="Content Placeholder 2">
            <a:extLst>
              <a:ext uri="{FF2B5EF4-FFF2-40B4-BE49-F238E27FC236}">
                <a16:creationId xmlns:a16="http://schemas.microsoft.com/office/drawing/2014/main" id="{504DF3B0-ED9B-EA1F-8B54-AEE5FD2439F2}"/>
              </a:ext>
            </a:extLst>
          </p:cNvPr>
          <p:cNvSpPr>
            <a:spLocks noGrp="1"/>
          </p:cNvSpPr>
          <p:nvPr>
            <p:ph idx="1"/>
          </p:nvPr>
        </p:nvSpPr>
        <p:spPr/>
        <p:txBody>
          <a:bodyPr/>
          <a:lstStyle/>
          <a:p>
            <a:pPr>
              <a:buFontTx/>
              <a:buNone/>
            </a:pPr>
            <a:r>
              <a:rPr lang="en-US" altLang="en-US"/>
              <a:t>Mathematical graphs can be represented in data structure. We can represent a graph using an array of vertices and a two-dimensional array of edges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5D56204-4F3B-39EB-BA37-0559423777DD}"/>
              </a:ext>
            </a:extLst>
          </p:cNvPr>
          <p:cNvSpPr>
            <a:spLocks noGrp="1"/>
          </p:cNvSpPr>
          <p:nvPr>
            <p:ph type="title"/>
          </p:nvPr>
        </p:nvSpPr>
        <p:spPr/>
        <p:txBody>
          <a:bodyPr/>
          <a:lstStyle/>
          <a:p>
            <a:r>
              <a:rPr lang="en-US" altLang="en-US" b="1"/>
              <a:t>Vertex</a:t>
            </a:r>
            <a:endParaRPr lang="en-US" altLang="en-US"/>
          </a:p>
        </p:txBody>
      </p:sp>
      <p:sp>
        <p:nvSpPr>
          <p:cNvPr id="7171" name="Content Placeholder 2">
            <a:extLst>
              <a:ext uri="{FF2B5EF4-FFF2-40B4-BE49-F238E27FC236}">
                <a16:creationId xmlns:a16="http://schemas.microsoft.com/office/drawing/2014/main" id="{CD5AAD78-5E82-0101-6D8C-BE3877247E47}"/>
              </a:ext>
            </a:extLst>
          </p:cNvPr>
          <p:cNvSpPr>
            <a:spLocks noGrp="1"/>
          </p:cNvSpPr>
          <p:nvPr>
            <p:ph idx="1"/>
          </p:nvPr>
        </p:nvSpPr>
        <p:spPr/>
        <p:txBody>
          <a:bodyPr/>
          <a:lstStyle/>
          <a:p>
            <a:r>
              <a:rPr lang="en-US" altLang="en-US"/>
              <a:t>Each node of the graph is represented as a vertex. In the following example, the labeled circle represents vertices. Thus, A to G are vertices.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6DDDD8A-F5D3-30AF-830E-1A7EAEE2C44E}"/>
              </a:ext>
            </a:extLst>
          </p:cNvPr>
          <p:cNvSpPr>
            <a:spLocks noGrp="1"/>
          </p:cNvSpPr>
          <p:nvPr>
            <p:ph type="title"/>
          </p:nvPr>
        </p:nvSpPr>
        <p:spPr/>
        <p:txBody>
          <a:bodyPr/>
          <a:lstStyle/>
          <a:p>
            <a:r>
              <a:rPr lang="en-US" altLang="en-US" b="1"/>
              <a:t>Edge</a:t>
            </a:r>
            <a:endParaRPr lang="en-US" altLang="en-US"/>
          </a:p>
        </p:txBody>
      </p:sp>
      <p:sp>
        <p:nvSpPr>
          <p:cNvPr id="8195" name="Content Placeholder 2">
            <a:extLst>
              <a:ext uri="{FF2B5EF4-FFF2-40B4-BE49-F238E27FC236}">
                <a16:creationId xmlns:a16="http://schemas.microsoft.com/office/drawing/2014/main" id="{CCFD2E0B-7C33-C9F1-AD5A-3BEAA8C298FC}"/>
              </a:ext>
            </a:extLst>
          </p:cNvPr>
          <p:cNvSpPr>
            <a:spLocks noGrp="1"/>
          </p:cNvSpPr>
          <p:nvPr>
            <p:ph idx="1"/>
          </p:nvPr>
        </p:nvSpPr>
        <p:spPr/>
        <p:txBody>
          <a:bodyPr/>
          <a:lstStyle/>
          <a:p>
            <a:r>
              <a:rPr lang="en-US" altLang="en-US"/>
              <a:t>Edge represents a path between two vertices or a line between two vertices. In the following example, the lines from A to B, B to C, and so on represents edges.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AB178A72-3916-FB2F-7F33-5F45081F9428}"/>
              </a:ext>
            </a:extLst>
          </p:cNvPr>
          <p:cNvSpPr>
            <a:spLocks noGrp="1"/>
          </p:cNvSpPr>
          <p:nvPr>
            <p:ph type="title"/>
          </p:nvPr>
        </p:nvSpPr>
        <p:spPr/>
        <p:txBody>
          <a:bodyPr/>
          <a:lstStyle/>
          <a:p>
            <a:r>
              <a:rPr lang="en-US" altLang="en-US" b="1"/>
              <a:t>Adjacency</a:t>
            </a:r>
            <a:endParaRPr lang="en-US" altLang="en-US"/>
          </a:p>
        </p:txBody>
      </p:sp>
      <p:sp>
        <p:nvSpPr>
          <p:cNvPr id="9219" name="Content Placeholder 2">
            <a:extLst>
              <a:ext uri="{FF2B5EF4-FFF2-40B4-BE49-F238E27FC236}">
                <a16:creationId xmlns:a16="http://schemas.microsoft.com/office/drawing/2014/main" id="{40CDF32F-C6BE-F84B-8D19-8E7CA7390F6A}"/>
              </a:ext>
            </a:extLst>
          </p:cNvPr>
          <p:cNvSpPr>
            <a:spLocks noGrp="1"/>
          </p:cNvSpPr>
          <p:nvPr>
            <p:ph idx="1"/>
          </p:nvPr>
        </p:nvSpPr>
        <p:spPr/>
        <p:txBody>
          <a:bodyPr/>
          <a:lstStyle/>
          <a:p>
            <a:r>
              <a:rPr lang="en-US" altLang="en-US"/>
              <a:t>Two node or vertices are adjacent if they are connected to each other through an edge. In the following example, B is adjacent to A, C is adjacent to B, and so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E1DD631-BF16-FA47-6013-38FF1F1E3823}"/>
              </a:ext>
            </a:extLst>
          </p:cNvPr>
          <p:cNvSpPr>
            <a:spLocks noGrp="1"/>
          </p:cNvSpPr>
          <p:nvPr>
            <p:ph type="title"/>
          </p:nvPr>
        </p:nvSpPr>
        <p:spPr/>
        <p:txBody>
          <a:bodyPr/>
          <a:lstStyle/>
          <a:p>
            <a:r>
              <a:rPr lang="en-US" altLang="en-US" b="1"/>
              <a:t>Path</a:t>
            </a:r>
            <a:endParaRPr lang="en-US" altLang="en-US"/>
          </a:p>
        </p:txBody>
      </p:sp>
      <p:sp>
        <p:nvSpPr>
          <p:cNvPr id="10243" name="Content Placeholder 2">
            <a:extLst>
              <a:ext uri="{FF2B5EF4-FFF2-40B4-BE49-F238E27FC236}">
                <a16:creationId xmlns:a16="http://schemas.microsoft.com/office/drawing/2014/main" id="{970B41F5-356A-2FE9-AF32-9B265BCCDE67}"/>
              </a:ext>
            </a:extLst>
          </p:cNvPr>
          <p:cNvSpPr>
            <a:spLocks noGrp="1"/>
          </p:cNvSpPr>
          <p:nvPr>
            <p:ph idx="1"/>
          </p:nvPr>
        </p:nvSpPr>
        <p:spPr/>
        <p:txBody>
          <a:bodyPr/>
          <a:lstStyle/>
          <a:p>
            <a:r>
              <a:rPr lang="en-US" altLang="en-US"/>
              <a:t>Path represents a sequence of edges between the two vertices. In the following example, ABCD represents a path from A to 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B39A15BF-DF5D-14BA-720A-3620AD7CBF34}"/>
              </a:ext>
            </a:extLst>
          </p:cNvPr>
          <p:cNvSpPr>
            <a:spLocks noGrp="1"/>
          </p:cNvSpPr>
          <p:nvPr>
            <p:ph type="title"/>
          </p:nvPr>
        </p:nvSpPr>
        <p:spPr/>
        <p:txBody>
          <a:bodyPr/>
          <a:lstStyle/>
          <a:p>
            <a:r>
              <a:rPr lang="en-US" altLang="en-US"/>
              <a:t>Spanning Tree</a:t>
            </a:r>
          </a:p>
        </p:txBody>
      </p:sp>
      <p:sp>
        <p:nvSpPr>
          <p:cNvPr id="11267" name="Content Placeholder 2">
            <a:extLst>
              <a:ext uri="{FF2B5EF4-FFF2-40B4-BE49-F238E27FC236}">
                <a16:creationId xmlns:a16="http://schemas.microsoft.com/office/drawing/2014/main" id="{28E781F0-9A49-E50C-8FBB-44263785DC95}"/>
              </a:ext>
            </a:extLst>
          </p:cNvPr>
          <p:cNvSpPr>
            <a:spLocks noGrp="1"/>
          </p:cNvSpPr>
          <p:nvPr>
            <p:ph idx="1"/>
          </p:nvPr>
        </p:nvSpPr>
        <p:spPr/>
        <p:txBody>
          <a:bodyPr/>
          <a:lstStyle/>
          <a:p>
            <a:r>
              <a:rPr lang="en-US" altLang="en-US"/>
              <a:t>A spanning tree is a subset of Graph G, which has all the vertices covered with minimum possible number of edges. Hence, a spanning tree does not have cycles and it cannot be disconnected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09E36F1-CA40-173E-98F2-014C942E1AF3}"/>
              </a:ext>
            </a:extLst>
          </p:cNvPr>
          <p:cNvSpPr>
            <a:spLocks noGrp="1"/>
          </p:cNvSpPr>
          <p:nvPr>
            <p:ph type="title"/>
          </p:nvPr>
        </p:nvSpPr>
        <p:spPr/>
        <p:txBody>
          <a:bodyPr/>
          <a:lstStyle/>
          <a:p>
            <a:r>
              <a:rPr lang="en-US" altLang="en-US"/>
              <a:t>Definition</a:t>
            </a:r>
          </a:p>
        </p:txBody>
      </p:sp>
      <p:sp>
        <p:nvSpPr>
          <p:cNvPr id="12291" name="Content Placeholder 2">
            <a:extLst>
              <a:ext uri="{FF2B5EF4-FFF2-40B4-BE49-F238E27FC236}">
                <a16:creationId xmlns:a16="http://schemas.microsoft.com/office/drawing/2014/main" id="{EF31CE4B-F98E-C6FB-38DE-A7FD2168147B}"/>
              </a:ext>
            </a:extLst>
          </p:cNvPr>
          <p:cNvSpPr>
            <a:spLocks noGrp="1"/>
          </p:cNvSpPr>
          <p:nvPr>
            <p:ph idx="1"/>
          </p:nvPr>
        </p:nvSpPr>
        <p:spPr/>
        <p:txBody>
          <a:bodyPr/>
          <a:lstStyle/>
          <a:p>
            <a:pPr algn="just"/>
            <a:r>
              <a:rPr lang="en-US" altLang="en-US"/>
              <a:t>By this definition, we can draw a conclusion that every connected and undirected Graph G has at least one spanning tree. A disconnected graph does not have any spanning tree, as it cannot be spanned to all its vertices.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493AA7A6-F1FC-CE39-E179-0112CB997A7D}"/>
              </a:ext>
            </a:extLst>
          </p:cNvPr>
          <p:cNvSpPr>
            <a:spLocks noGrp="1"/>
          </p:cNvSpPr>
          <p:nvPr>
            <p:ph type="title"/>
          </p:nvPr>
        </p:nvSpPr>
        <p:spPr/>
        <p:txBody>
          <a:bodyPr/>
          <a:lstStyle/>
          <a:p>
            <a:r>
              <a:rPr lang="en-US" altLang="en-US"/>
              <a:t>Example</a:t>
            </a:r>
          </a:p>
        </p:txBody>
      </p:sp>
      <p:pic>
        <p:nvPicPr>
          <p:cNvPr id="13315" name="Picture 2" descr="Spanning Trees">
            <a:extLst>
              <a:ext uri="{FF2B5EF4-FFF2-40B4-BE49-F238E27FC236}">
                <a16:creationId xmlns:a16="http://schemas.microsoft.com/office/drawing/2014/main" id="{89C18001-8FAF-4AA6-EE73-7A813D9D8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981200"/>
            <a:ext cx="5364163"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172747A1-1E82-BF5B-E40B-BEC81A119755}"/>
              </a:ext>
            </a:extLst>
          </p:cNvPr>
          <p:cNvSpPr>
            <a:spLocks noGrp="1"/>
          </p:cNvSpPr>
          <p:nvPr>
            <p:ph type="title"/>
          </p:nvPr>
        </p:nvSpPr>
        <p:spPr/>
        <p:txBody>
          <a:bodyPr/>
          <a:lstStyle/>
          <a:p>
            <a:r>
              <a:rPr lang="en-US" altLang="en-US"/>
              <a:t>Rules</a:t>
            </a:r>
          </a:p>
        </p:txBody>
      </p:sp>
      <p:sp>
        <p:nvSpPr>
          <p:cNvPr id="14339" name="Content Placeholder 2">
            <a:extLst>
              <a:ext uri="{FF2B5EF4-FFF2-40B4-BE49-F238E27FC236}">
                <a16:creationId xmlns:a16="http://schemas.microsoft.com/office/drawing/2014/main" id="{E7344018-0CA0-1AA7-5512-1510F2AFA147}"/>
              </a:ext>
            </a:extLst>
          </p:cNvPr>
          <p:cNvSpPr>
            <a:spLocks noGrp="1"/>
          </p:cNvSpPr>
          <p:nvPr>
            <p:ph idx="1"/>
          </p:nvPr>
        </p:nvSpPr>
        <p:spPr/>
        <p:txBody>
          <a:bodyPr/>
          <a:lstStyle/>
          <a:p>
            <a:r>
              <a:rPr lang="en-US" altLang="en-US"/>
              <a:t>We found three spanning trees of one complete graph. A complete undirected graph can have maximum </a:t>
            </a:r>
            <a:r>
              <a:rPr lang="en-US" altLang="en-US" b="1"/>
              <a:t>n</a:t>
            </a:r>
            <a:r>
              <a:rPr lang="en-US" altLang="en-US" b="1" baseline="30000"/>
              <a:t>n-2</a:t>
            </a:r>
            <a:r>
              <a:rPr lang="en-US" altLang="en-US"/>
              <a:t> number of spanning trees, where </a:t>
            </a:r>
            <a:r>
              <a:rPr lang="en-US" altLang="en-US" b="1"/>
              <a:t>n</a:t>
            </a:r>
            <a:r>
              <a:rPr lang="en-US" altLang="en-US"/>
              <a:t> is the number of nodes. In the above addressed example, </a:t>
            </a:r>
            <a:r>
              <a:rPr lang="en-US" altLang="en-US" b="1"/>
              <a:t>n is 3,</a:t>
            </a:r>
            <a:r>
              <a:rPr lang="en-US" altLang="en-US"/>
              <a:t> hence </a:t>
            </a:r>
            <a:r>
              <a:rPr lang="en-US" altLang="en-US" b="1"/>
              <a:t>3</a:t>
            </a:r>
            <a:r>
              <a:rPr lang="en-US" altLang="en-US" b="1" baseline="30000"/>
              <a:t>3−2</a:t>
            </a:r>
            <a:r>
              <a:rPr lang="en-US" altLang="en-US" b="1"/>
              <a:t> = 3</a:t>
            </a:r>
            <a:r>
              <a:rPr lang="en-US" altLang="en-US"/>
              <a:t> spanning trees are possible.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AD06C6F7-5ACE-FBFB-8296-9177BEBFA0AD}"/>
              </a:ext>
            </a:extLst>
          </p:cNvPr>
          <p:cNvSpPr>
            <a:spLocks noGrp="1"/>
          </p:cNvSpPr>
          <p:nvPr>
            <p:ph type="title"/>
          </p:nvPr>
        </p:nvSpPr>
        <p:spPr>
          <a:xfrm>
            <a:off x="381000" y="228600"/>
            <a:ext cx="8763000" cy="1143000"/>
          </a:xfrm>
        </p:spPr>
        <p:txBody>
          <a:bodyPr/>
          <a:lstStyle/>
          <a:p>
            <a:r>
              <a:rPr lang="en-US" altLang="en-US"/>
              <a:t>General Properties of Spanning Tree</a:t>
            </a:r>
          </a:p>
        </p:txBody>
      </p:sp>
      <p:sp>
        <p:nvSpPr>
          <p:cNvPr id="15363" name="Content Placeholder 2">
            <a:extLst>
              <a:ext uri="{FF2B5EF4-FFF2-40B4-BE49-F238E27FC236}">
                <a16:creationId xmlns:a16="http://schemas.microsoft.com/office/drawing/2014/main" id="{6435CCEE-693A-D56F-BC0F-EC42CD04AD3D}"/>
              </a:ext>
            </a:extLst>
          </p:cNvPr>
          <p:cNvSpPr>
            <a:spLocks noGrp="1"/>
          </p:cNvSpPr>
          <p:nvPr>
            <p:ph idx="1"/>
          </p:nvPr>
        </p:nvSpPr>
        <p:spPr>
          <a:xfrm>
            <a:off x="762000" y="1371600"/>
            <a:ext cx="7772400" cy="4114800"/>
          </a:xfrm>
        </p:spPr>
        <p:txBody>
          <a:bodyPr/>
          <a:lstStyle/>
          <a:p>
            <a:r>
              <a:rPr lang="en-US" altLang="en-US" sz="2800"/>
              <a:t>A connected graph G can have more than one spanning tree.</a:t>
            </a:r>
          </a:p>
          <a:p>
            <a:r>
              <a:rPr lang="en-US" altLang="en-US" sz="2800"/>
              <a:t>All possible spanning trees of graph G, have the same number of edges and vertices.</a:t>
            </a:r>
          </a:p>
          <a:p>
            <a:r>
              <a:rPr lang="en-US" altLang="en-US" sz="2800"/>
              <a:t>The spanning tree does not have any cycle (loops).</a:t>
            </a:r>
          </a:p>
          <a:p>
            <a:r>
              <a:rPr lang="en-US" altLang="en-US" sz="2800"/>
              <a:t>Removing one edge from the spanning tree will make the graph disconnected, i.e. the spanning tree is </a:t>
            </a:r>
            <a:r>
              <a:rPr lang="en-US" altLang="en-US" sz="2800" b="1"/>
              <a:t>minimally connected</a:t>
            </a:r>
            <a:r>
              <a:rPr lang="en-US" altLang="en-US" sz="2800"/>
              <a:t>.</a:t>
            </a:r>
          </a:p>
          <a:p>
            <a:r>
              <a:rPr lang="en-US" altLang="en-US" sz="2800"/>
              <a:t>Adding one edge to the spanning tree will create a circuit or loop, i.e. the spanning tree is </a:t>
            </a:r>
            <a:r>
              <a:rPr lang="en-US" altLang="en-US" sz="2800" b="1"/>
              <a:t>maximally acyclic</a:t>
            </a:r>
            <a:r>
              <a:rPr lang="en-US" altLang="en-US" sz="2800"/>
              <a:t>.</a:t>
            </a:r>
          </a:p>
          <a:p>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0AA41D4-C176-DBE2-396B-89FB16AE1176}"/>
              </a:ext>
            </a:extLst>
          </p:cNvPr>
          <p:cNvSpPr>
            <a:spLocks noGrp="1"/>
          </p:cNvSpPr>
          <p:nvPr>
            <p:ph type="title"/>
          </p:nvPr>
        </p:nvSpPr>
        <p:spPr/>
        <p:txBody>
          <a:bodyPr/>
          <a:lstStyle/>
          <a:p>
            <a:r>
              <a:rPr lang="en-US" altLang="en-US"/>
              <a:t>Application of Spanning Tree</a:t>
            </a:r>
            <a:br>
              <a:rPr lang="en-US" altLang="en-US"/>
            </a:br>
            <a:endParaRPr lang="en-US" altLang="en-US"/>
          </a:p>
        </p:txBody>
      </p:sp>
      <p:sp>
        <p:nvSpPr>
          <p:cNvPr id="3" name="Content Placeholder 2">
            <a:extLst>
              <a:ext uri="{FF2B5EF4-FFF2-40B4-BE49-F238E27FC236}">
                <a16:creationId xmlns:a16="http://schemas.microsoft.com/office/drawing/2014/main" id="{5132DC91-BB9C-3271-3466-80F42CBDFC0E}"/>
              </a:ext>
            </a:extLst>
          </p:cNvPr>
          <p:cNvSpPr>
            <a:spLocks noGrp="1"/>
          </p:cNvSpPr>
          <p:nvPr>
            <p:ph idx="1"/>
          </p:nvPr>
        </p:nvSpPr>
        <p:spPr/>
        <p:txBody>
          <a:bodyPr/>
          <a:lstStyle/>
          <a:p>
            <a:pPr>
              <a:defRPr/>
            </a:pPr>
            <a:r>
              <a:rPr lang="en-US" dirty="0"/>
              <a:t>Spanning tree is basically used to find a minimum path to connect all nodes in a graph. Common application of spanning trees are −</a:t>
            </a:r>
          </a:p>
          <a:p>
            <a:pPr lvl="2">
              <a:buFont typeface="Wingdings" pitchFamily="2" charset="2"/>
              <a:buChar char="ü"/>
              <a:defRPr/>
            </a:pPr>
            <a:r>
              <a:rPr lang="en-US" b="1" dirty="0">
                <a:ea typeface="+mn-ea"/>
                <a:cs typeface="+mn-cs"/>
              </a:rPr>
              <a:t>Civil Network Planning</a:t>
            </a:r>
            <a:endParaRPr lang="en-US" dirty="0">
              <a:ea typeface="+mn-ea"/>
              <a:cs typeface="+mn-cs"/>
            </a:endParaRPr>
          </a:p>
          <a:p>
            <a:pPr lvl="2">
              <a:buFont typeface="Wingdings" pitchFamily="2" charset="2"/>
              <a:buChar char="ü"/>
              <a:defRPr/>
            </a:pPr>
            <a:r>
              <a:rPr lang="en-US" b="1" dirty="0">
                <a:ea typeface="+mn-ea"/>
                <a:cs typeface="+mn-cs"/>
              </a:rPr>
              <a:t>Computer Network Routing Protocol</a:t>
            </a:r>
            <a:endParaRPr lang="en-US" dirty="0">
              <a:ea typeface="+mn-ea"/>
              <a:cs typeface="+mn-cs"/>
            </a:endParaRPr>
          </a:p>
          <a:p>
            <a:pPr lvl="2">
              <a:buFont typeface="Wingdings" pitchFamily="2" charset="2"/>
              <a:buChar char="ü"/>
              <a:defRPr/>
            </a:pPr>
            <a:r>
              <a:rPr lang="en-US" b="1" dirty="0">
                <a:ea typeface="+mn-ea"/>
                <a:cs typeface="+mn-cs"/>
              </a:rPr>
              <a:t>Cluster Analysis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FEDFC89-3DC2-AA0E-2B08-898F759F16F8}"/>
              </a:ext>
            </a:extLst>
          </p:cNvPr>
          <p:cNvSpPr>
            <a:spLocks noGrp="1" noChangeArrowheads="1"/>
          </p:cNvSpPr>
          <p:nvPr>
            <p:ph type="title"/>
          </p:nvPr>
        </p:nvSpPr>
        <p:spPr/>
        <p:txBody>
          <a:bodyPr/>
          <a:lstStyle/>
          <a:p>
            <a:pPr eaLnBrk="1" hangingPunct="1"/>
            <a:r>
              <a:rPr lang="en-US" altLang="en-US"/>
              <a:t>Minimum Spanning Trees</a:t>
            </a:r>
          </a:p>
        </p:txBody>
      </p:sp>
      <p:sp>
        <p:nvSpPr>
          <p:cNvPr id="17411" name="Text Box 3">
            <a:extLst>
              <a:ext uri="{FF2B5EF4-FFF2-40B4-BE49-F238E27FC236}">
                <a16:creationId xmlns:a16="http://schemas.microsoft.com/office/drawing/2014/main" id="{FAD05269-B4DC-505A-1F89-818D8C48F088}"/>
              </a:ext>
            </a:extLst>
          </p:cNvPr>
          <p:cNvSpPr txBox="1">
            <a:spLocks noChangeArrowheads="1"/>
          </p:cNvSpPr>
          <p:nvPr/>
        </p:nvSpPr>
        <p:spPr bwMode="auto">
          <a:xfrm>
            <a:off x="1295400" y="2286000"/>
            <a:ext cx="64008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spcBef>
                <a:spcPct val="15000"/>
              </a:spcBef>
              <a:buFontTx/>
              <a:buNone/>
            </a:pPr>
            <a:r>
              <a:rPr lang="en-US" altLang="en-US" sz="3200"/>
              <a:t>Prim’s Algorithm </a:t>
            </a:r>
          </a:p>
          <a:p>
            <a:pPr algn="l" eaLnBrk="1" hangingPunct="1">
              <a:spcBef>
                <a:spcPct val="15000"/>
              </a:spcBef>
            </a:pPr>
            <a:r>
              <a:rPr lang="en-US" altLang="en-US" sz="2400"/>
              <a:t>	Similar to Dijkstra’s Algorithm </a:t>
            </a:r>
          </a:p>
          <a:p>
            <a:pPr algn="l" eaLnBrk="1" hangingPunct="1">
              <a:spcBef>
                <a:spcPct val="15000"/>
              </a:spcBef>
              <a:buFontTx/>
              <a:buNone/>
            </a:pPr>
            <a:r>
              <a:rPr lang="en-US" altLang="en-US" sz="3200"/>
              <a:t>Kruskal’s Algorithm</a:t>
            </a:r>
          </a:p>
          <a:p>
            <a:pPr algn="l" eaLnBrk="1" hangingPunct="1">
              <a:spcBef>
                <a:spcPct val="15000"/>
              </a:spcBef>
            </a:pPr>
            <a:r>
              <a:rPr lang="en-US" altLang="en-US" sz="2400"/>
              <a:t>	Focuses on edges, rather than nodes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7D2F69CF-A380-1288-9A50-78F4503A3A9A}"/>
              </a:ext>
            </a:extLst>
          </p:cNvPr>
          <p:cNvSpPr>
            <a:spLocks noGrp="1" noChangeArrowheads="1"/>
          </p:cNvSpPr>
          <p:nvPr>
            <p:ph type="title"/>
          </p:nvPr>
        </p:nvSpPr>
        <p:spPr/>
        <p:txBody>
          <a:bodyPr/>
          <a:lstStyle/>
          <a:p>
            <a:pPr eaLnBrk="1" hangingPunct="1"/>
            <a:r>
              <a:rPr lang="en-US" altLang="en-US"/>
              <a:t>Definition</a:t>
            </a:r>
          </a:p>
        </p:txBody>
      </p:sp>
      <p:sp>
        <p:nvSpPr>
          <p:cNvPr id="18435" name="Rectangle 3">
            <a:extLst>
              <a:ext uri="{FF2B5EF4-FFF2-40B4-BE49-F238E27FC236}">
                <a16:creationId xmlns:a16="http://schemas.microsoft.com/office/drawing/2014/main" id="{6AAD7DD5-CDCA-DD64-F5C7-7465E26F8935}"/>
              </a:ext>
            </a:extLst>
          </p:cNvPr>
          <p:cNvSpPr>
            <a:spLocks noGrp="1" noChangeArrowheads="1"/>
          </p:cNvSpPr>
          <p:nvPr>
            <p:ph type="body" idx="1"/>
          </p:nvPr>
        </p:nvSpPr>
        <p:spPr/>
        <p:txBody>
          <a:bodyPr/>
          <a:lstStyle/>
          <a:p>
            <a:pPr eaLnBrk="1" hangingPunct="1"/>
            <a:r>
              <a:rPr lang="en-US" altLang="en-US"/>
              <a:t>A Minimum Spanning Tree (MST) is a subgraph of an undirected graph such that the subgraph spans (includes) all nodes, is  connected, is acyclic, and has minimum total edge weight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76629718-CEAD-4C68-90EB-A23F40AA7E9B}"/>
              </a:ext>
            </a:extLst>
          </p:cNvPr>
          <p:cNvSpPr>
            <a:spLocks noGrp="1"/>
          </p:cNvSpPr>
          <p:nvPr>
            <p:ph type="title"/>
          </p:nvPr>
        </p:nvSpPr>
        <p:spPr/>
        <p:txBody>
          <a:bodyPr/>
          <a:lstStyle/>
          <a:p>
            <a:r>
              <a:rPr lang="en-US" altLang="en-US"/>
              <a:t>Prim's Spanning Tree</a:t>
            </a:r>
          </a:p>
        </p:txBody>
      </p:sp>
      <p:sp>
        <p:nvSpPr>
          <p:cNvPr id="19459" name="Content Placeholder 2">
            <a:extLst>
              <a:ext uri="{FF2B5EF4-FFF2-40B4-BE49-F238E27FC236}">
                <a16:creationId xmlns:a16="http://schemas.microsoft.com/office/drawing/2014/main" id="{D4B01D63-ADD2-02AF-6C08-B973F1BED1E9}"/>
              </a:ext>
            </a:extLst>
          </p:cNvPr>
          <p:cNvSpPr>
            <a:spLocks noGrp="1"/>
          </p:cNvSpPr>
          <p:nvPr>
            <p:ph idx="1"/>
          </p:nvPr>
        </p:nvSpPr>
        <p:spPr/>
        <p:txBody>
          <a:bodyPr/>
          <a:lstStyle/>
          <a:p>
            <a:r>
              <a:rPr lang="en-US" altLang="en-US"/>
              <a:t>Prim's algorithm to find minimum cost spanning tree (as Kruskal's algorithm) uses the greedy approach. Prim's algorithm shares a similarity with the </a:t>
            </a:r>
            <a:r>
              <a:rPr lang="en-US" altLang="en-US" b="1"/>
              <a:t>shortest path first</a:t>
            </a:r>
            <a:r>
              <a:rPr lang="en-US" altLang="en-US"/>
              <a:t> algorithms.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90D1AB5-2DB3-82F2-FF35-0F2AAE16D7DA}"/>
              </a:ext>
            </a:extLst>
          </p:cNvPr>
          <p:cNvSpPr>
            <a:spLocks noGrp="1"/>
          </p:cNvSpPr>
          <p:nvPr>
            <p:ph idx="1"/>
          </p:nvPr>
        </p:nvSpPr>
        <p:spPr/>
        <p:txBody>
          <a:bodyPr/>
          <a:lstStyle/>
          <a:p>
            <a:r>
              <a:rPr lang="en-US" altLang="en-US"/>
              <a:t>Prim's algorithm, in contrast with Kruskal's algorithm, treats the nodes as a single tree and keeps on adding new nodes to the spanning tree from the given graph.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BB05ED-7937-69D1-2DB6-121EBAAA8973}"/>
              </a:ext>
            </a:extLst>
          </p:cNvPr>
          <p:cNvSpPr/>
          <p:nvPr/>
        </p:nvSpPr>
        <p:spPr>
          <a:xfrm>
            <a:off x="1733512" y="147935"/>
            <a:ext cx="5372176" cy="923330"/>
          </a:xfrm>
          <a:prstGeom prst="rect">
            <a:avLst/>
          </a:prstGeom>
          <a:noFill/>
        </p:spPr>
        <p:txBody>
          <a:bodyPr wrap="none">
            <a:spAutoFit/>
          </a:bodyPr>
          <a:lstStyle/>
          <a:p>
            <a:pPr>
              <a:buFontTx/>
              <a:buNone/>
              <a:defRPr/>
            </a:pPr>
            <a:r>
              <a:rPr lang="en-US" sz="540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Prim’s Algorithm</a:t>
            </a:r>
          </a:p>
        </p:txBody>
      </p:sp>
      <p:pic>
        <p:nvPicPr>
          <p:cNvPr id="28675" name="Picture 7">
            <a:extLst>
              <a:ext uri="{FF2B5EF4-FFF2-40B4-BE49-F238E27FC236}">
                <a16:creationId xmlns:a16="http://schemas.microsoft.com/office/drawing/2014/main" id="{B153D8E9-F71A-1292-C529-D65F80DBD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250" t="21875" r="5624" b="20833"/>
          <a:stretch>
            <a:fillRect/>
          </a:stretch>
        </p:blipFill>
        <p:spPr bwMode="auto">
          <a:xfrm>
            <a:off x="0" y="1402773"/>
            <a:ext cx="8839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9142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90D1AB5-2DB3-82F2-FF35-0F2AAE16D7DA}"/>
              </a:ext>
            </a:extLst>
          </p:cNvPr>
          <p:cNvSpPr>
            <a:spLocks noGrp="1"/>
          </p:cNvSpPr>
          <p:nvPr>
            <p:ph idx="1"/>
          </p:nvPr>
        </p:nvSpPr>
        <p:spPr>
          <a:xfrm>
            <a:off x="381000" y="381000"/>
            <a:ext cx="7772400" cy="4114800"/>
          </a:xfrm>
        </p:spPr>
        <p:txBody>
          <a:bodyPr/>
          <a:lstStyle/>
          <a:p>
            <a:r>
              <a:rPr lang="en-US" altLang="en-US" b="1" dirty="0"/>
              <a:t>Prim's algorithm</a:t>
            </a:r>
          </a:p>
        </p:txBody>
      </p:sp>
      <p:sp>
        <p:nvSpPr>
          <p:cNvPr id="2" name="Rectangle 2">
            <a:extLst>
              <a:ext uri="{FF2B5EF4-FFF2-40B4-BE49-F238E27FC236}">
                <a16:creationId xmlns:a16="http://schemas.microsoft.com/office/drawing/2014/main" id="{85330D39-00D4-BAF7-31A2-0DABD334AFDE}"/>
              </a:ext>
            </a:extLst>
          </p:cNvPr>
          <p:cNvSpPr>
            <a:spLocks noChangeArrowheads="1"/>
          </p:cNvSpPr>
          <p:nvPr/>
        </p:nvSpPr>
        <p:spPr bwMode="auto">
          <a:xfrm>
            <a:off x="838200" y="1447800"/>
            <a:ext cx="777240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hangingPunct="0">
              <a:defRPr sz="2000">
                <a:solidFill>
                  <a:schemeClr val="tx1"/>
                </a:solidFill>
                <a:latin typeface="Times New Roman" panose="02020603050405020304" pitchFamily="18" charset="0"/>
              </a:defRPr>
            </a:lvl1pPr>
            <a:lvl2pPr eaLnBrk="0" hangingPunct="0">
              <a:defRPr sz="2000">
                <a:solidFill>
                  <a:schemeClr val="tx1"/>
                </a:solidFill>
                <a:latin typeface="Times New Roman" panose="02020603050405020304" pitchFamily="18" charset="0"/>
              </a:defRPr>
            </a:lvl2pPr>
            <a:lvl3pPr eaLnBrk="0" hangingPunct="0">
              <a:defRPr sz="2000">
                <a:solidFill>
                  <a:schemeClr val="tx1"/>
                </a:solidFill>
                <a:latin typeface="Times New Roman" panose="02020603050405020304" pitchFamily="18" charset="0"/>
              </a:defRPr>
            </a:lvl3pPr>
            <a:lvl4pPr eaLnBrk="0" hangingPunct="0">
              <a:defRPr sz="2000">
                <a:solidFill>
                  <a:schemeClr val="tx1"/>
                </a:solidFill>
                <a:latin typeface="Times New Roman" panose="02020603050405020304" pitchFamily="18" charset="0"/>
              </a:defRPr>
            </a:lvl4pPr>
            <a:lvl5pPr eaLnBrk="0" hangingPunct="0">
              <a:defRPr sz="2000">
                <a:solidFill>
                  <a:schemeClr val="tx1"/>
                </a:solidFill>
                <a:latin typeface="Times New Roman" panose="02020603050405020304" pitchFamily="18" charset="0"/>
              </a:defRPr>
            </a:lvl5pPr>
            <a:lvl6pPr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en-US" b="0" i="0" u="none" strike="noStrike" cap="none" normalizeH="0" baseline="0" dirty="0" err="1">
                <a:ln>
                  <a:noFill/>
                </a:ln>
                <a:solidFill>
                  <a:srgbClr val="000000"/>
                </a:solidFill>
                <a:effectLst/>
                <a:latin typeface="Consolas" panose="020B0609020204030204" pitchFamily="49" charset="0"/>
              </a:rPr>
              <a:t>PrimMST</a:t>
            </a:r>
            <a:r>
              <a:rPr kumimoji="0" lang="en-US" altLang="en-US" b="0" i="0" u="none" strike="noStrike" cap="none" normalizeH="0" baseline="0" dirty="0">
                <a:ln>
                  <a:noFill/>
                </a:ln>
                <a:solidFill>
                  <a:srgbClr val="000000"/>
                </a:solidFill>
                <a:effectLst/>
                <a:latin typeface="Consolas" panose="020B0609020204030204" pitchFamily="49" charset="0"/>
              </a:rPr>
              <a:t>(graph G)</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1" i="0" u="none" strike="noStrike" cap="none" normalizeH="0" baseline="0" dirty="0">
                <a:ln>
                  <a:noFill/>
                </a:ln>
                <a:solidFill>
                  <a:srgbClr val="006699"/>
                </a:solidFill>
                <a:effectLst/>
                <a:latin typeface="Consolas" panose="020B0609020204030204" pitchFamily="49" charset="0"/>
              </a:rPr>
              <a:t>for</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each vertex v in G:</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0" i="0" u="none" strike="noStrike" cap="none" normalizeH="0" baseline="0" dirty="0" err="1">
                <a:ln>
                  <a:noFill/>
                </a:ln>
                <a:solidFill>
                  <a:srgbClr val="000000"/>
                </a:solidFill>
                <a:effectLst/>
                <a:latin typeface="Consolas" panose="020B0609020204030204" pitchFamily="49" charset="0"/>
              </a:rPr>
              <a:t>v.distance</a:t>
            </a:r>
            <a:r>
              <a:rPr kumimoji="0" lang="en-US" altLang="en-US" b="0" i="0" u="none" strike="noStrike" cap="none" normalizeH="0" baseline="0" dirty="0">
                <a:ln>
                  <a:noFill/>
                </a:ln>
                <a:solidFill>
                  <a:srgbClr val="000000"/>
                </a:solidFill>
                <a:effectLst/>
                <a:latin typeface="Consolas" panose="020B0609020204030204" pitchFamily="49" charset="0"/>
              </a:rPr>
              <a:t> = infinity</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0" i="0" u="none" strike="noStrike" cap="none" normalizeH="0" baseline="0" dirty="0">
                <a:ln>
                  <a:noFill/>
                </a:ln>
                <a:solidFill>
                  <a:srgbClr val="000000"/>
                </a:solidFill>
                <a:effectLst/>
                <a:latin typeface="Consolas" panose="020B0609020204030204" pitchFamily="49" charset="0"/>
              </a:rPr>
              <a:t>start = arbitrary vertex</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0" i="0" u="none" strike="noStrike" cap="none" normalizeH="0" baseline="0" dirty="0" err="1">
                <a:ln>
                  <a:noFill/>
                </a:ln>
                <a:solidFill>
                  <a:srgbClr val="000000"/>
                </a:solidFill>
                <a:effectLst/>
                <a:latin typeface="Consolas" panose="020B0609020204030204" pitchFamily="49" charset="0"/>
              </a:rPr>
              <a:t>start.distance</a:t>
            </a:r>
            <a:r>
              <a:rPr kumimoji="0" lang="en-US" altLang="en-US" b="0" i="0" u="none" strike="noStrike" cap="none" normalizeH="0" baseline="0" dirty="0">
                <a:ln>
                  <a:noFill/>
                </a:ln>
                <a:solidFill>
                  <a:srgbClr val="000000"/>
                </a:solidFill>
                <a:effectLst/>
                <a:latin typeface="Consolas" panose="020B0609020204030204" pitchFamily="49" charset="0"/>
              </a:rPr>
              <a:t> = 0</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0" i="0" u="none" strike="noStrike" cap="none" normalizeH="0" baseline="0" dirty="0" err="1">
                <a:ln>
                  <a:noFill/>
                </a:ln>
                <a:solidFill>
                  <a:srgbClr val="000000"/>
                </a:solidFill>
                <a:effectLst/>
                <a:latin typeface="Consolas" panose="020B0609020204030204" pitchFamily="49" charset="0"/>
              </a:rPr>
              <a:t>priorityQueue</a:t>
            </a:r>
            <a:r>
              <a:rPr kumimoji="0" lang="en-US" altLang="en-US" b="0" i="0" u="none" strike="noStrike" cap="none" normalizeH="0" baseline="0" dirty="0">
                <a:ln>
                  <a:noFill/>
                </a:ln>
                <a:solidFill>
                  <a:srgbClr val="000000"/>
                </a:solidFill>
                <a:effectLst/>
                <a:latin typeface="Consolas" panose="020B0609020204030204" pitchFamily="49" charset="0"/>
              </a:rPr>
              <a:t> = all vertices in G</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1" i="0" u="none" strike="noStrike" cap="none" normalizeH="0" baseline="0" dirty="0">
                <a:ln>
                  <a:noFill/>
                </a:ln>
                <a:solidFill>
                  <a:srgbClr val="006699"/>
                </a:solidFill>
                <a:effectLst/>
                <a:latin typeface="Consolas" panose="020B0609020204030204" pitchFamily="49" charset="0"/>
              </a:rPr>
              <a:t>while</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priorityQueue</a:t>
            </a:r>
            <a:r>
              <a:rPr kumimoji="0" lang="en-US" altLang="en-US" b="0" i="0" u="none" strike="noStrike" cap="none" normalizeH="0" baseline="0" dirty="0">
                <a:ln>
                  <a:noFill/>
                </a:ln>
                <a:solidFill>
                  <a:srgbClr val="000000"/>
                </a:solidFill>
                <a:effectLst/>
                <a:latin typeface="Consolas" panose="020B0609020204030204" pitchFamily="49" charset="0"/>
              </a:rPr>
              <a:t> is not empty:</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0" i="0" u="none" strike="noStrike" cap="none" normalizeH="0" baseline="0" dirty="0">
                <a:ln>
                  <a:noFill/>
                </a:ln>
                <a:solidFill>
                  <a:srgbClr val="000000"/>
                </a:solidFill>
                <a:effectLst/>
                <a:latin typeface="Consolas" panose="020B0609020204030204" pitchFamily="49" charset="0"/>
              </a:rPr>
              <a:t>u = vertex with smallest distance in </a:t>
            </a:r>
            <a:r>
              <a:rPr kumimoji="0" lang="en-US" altLang="en-US" b="0" i="0" u="none" strike="noStrike" cap="none" normalizeH="0" baseline="0" dirty="0" err="1">
                <a:ln>
                  <a:noFill/>
                </a:ln>
                <a:solidFill>
                  <a:srgbClr val="000000"/>
                </a:solidFill>
                <a:effectLst/>
                <a:latin typeface="Consolas" panose="020B0609020204030204" pitchFamily="49" charset="0"/>
              </a:rPr>
              <a:t>priorityQueue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1" i="0" u="none" strike="noStrike" cap="none" normalizeH="0" baseline="0" dirty="0">
                <a:ln>
                  <a:noFill/>
                </a:ln>
                <a:solidFill>
                  <a:srgbClr val="FF1493"/>
                </a:solidFill>
                <a:effectLst/>
                <a:latin typeface="Consolas" panose="020B0609020204030204" pitchFamily="49" charset="0"/>
              </a:rPr>
              <a:t>remove</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u from </a:t>
            </a:r>
            <a:r>
              <a:rPr kumimoji="0" lang="en-US" altLang="en-US" b="0" i="0" u="none" strike="noStrike" cap="none" normalizeH="0" baseline="0" dirty="0" err="1">
                <a:ln>
                  <a:noFill/>
                </a:ln>
                <a:solidFill>
                  <a:srgbClr val="000000"/>
                </a:solidFill>
                <a:effectLst/>
                <a:latin typeface="Consolas" panose="020B0609020204030204" pitchFamily="49" charset="0"/>
              </a:rPr>
              <a:t>priorityQueue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1" i="0" u="none" strike="noStrike" cap="none" normalizeH="0" baseline="0" dirty="0">
                <a:ln>
                  <a:noFill/>
                </a:ln>
                <a:solidFill>
                  <a:srgbClr val="006699"/>
                </a:solidFill>
                <a:effectLst/>
                <a:latin typeface="Consolas" panose="020B0609020204030204" pitchFamily="49" charset="0"/>
              </a:rPr>
              <a:t>for</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each neighbor v of u:</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1" i="0" u="none" strike="noStrike" cap="none" normalizeH="0" baseline="0" dirty="0">
                <a:ln>
                  <a:noFill/>
                </a:ln>
                <a:solidFill>
                  <a:srgbClr val="006699"/>
                </a:solidFill>
                <a:effectLst/>
                <a:latin typeface="Consolas" panose="020B0609020204030204" pitchFamily="49" charset="0"/>
              </a:rPr>
              <a:t>if</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v is in </a:t>
            </a:r>
            <a:r>
              <a:rPr kumimoji="0" lang="en-US" altLang="en-US" b="0" i="0" u="none" strike="noStrike" cap="none" normalizeH="0" baseline="0" dirty="0" err="1">
                <a:ln>
                  <a:noFill/>
                </a:ln>
                <a:solidFill>
                  <a:srgbClr val="000000"/>
                </a:solidFill>
                <a:effectLst/>
                <a:latin typeface="Consolas" panose="020B0609020204030204" pitchFamily="49" charset="0"/>
              </a:rPr>
              <a:t>priorityQueue</a:t>
            </a:r>
            <a:r>
              <a:rPr kumimoji="0" lang="en-US" altLang="en-US" b="0" i="0" u="none" strike="noStrike" cap="none" normalizeH="0" baseline="0" dirty="0">
                <a:ln>
                  <a:noFill/>
                </a:ln>
                <a:solidFill>
                  <a:srgbClr val="000000"/>
                </a:solidFill>
                <a:effectLst/>
                <a:latin typeface="Consolas" panose="020B0609020204030204" pitchFamily="49" charset="0"/>
              </a:rPr>
              <a:t> and weight(u, v) &lt; </a:t>
            </a:r>
            <a:r>
              <a:rPr kumimoji="0" lang="en-US" altLang="en-US" b="0" i="0" u="none" strike="noStrike" cap="none" normalizeH="0" baseline="0" dirty="0" err="1">
                <a:ln>
                  <a:noFill/>
                </a:ln>
                <a:solidFill>
                  <a:srgbClr val="000000"/>
                </a:solidFill>
                <a:effectLst/>
                <a:latin typeface="Consolas" panose="020B0609020204030204" pitchFamily="49" charset="0"/>
              </a:rPr>
              <a:t>v.distance</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0" i="0" u="none" strike="noStrike" cap="none" normalizeH="0" baseline="0" dirty="0" err="1">
                <a:ln>
                  <a:noFill/>
                </a:ln>
                <a:solidFill>
                  <a:srgbClr val="000000"/>
                </a:solidFill>
                <a:effectLst/>
                <a:latin typeface="Consolas" panose="020B0609020204030204" pitchFamily="49" charset="0"/>
              </a:rPr>
              <a:t>v.distance</a:t>
            </a:r>
            <a:r>
              <a:rPr kumimoji="0" lang="en-US" altLang="en-US" b="0" i="0" u="none" strike="noStrike" cap="none" normalizeH="0" baseline="0" dirty="0">
                <a:ln>
                  <a:noFill/>
                </a:ln>
                <a:solidFill>
                  <a:srgbClr val="000000"/>
                </a:solidFill>
                <a:effectLst/>
                <a:latin typeface="Consolas" panose="020B0609020204030204" pitchFamily="49" charset="0"/>
              </a:rPr>
              <a:t> = weight(u, v)</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0" i="0" u="none" strike="noStrike" cap="none" normalizeH="0" baseline="0" dirty="0" err="1">
                <a:ln>
                  <a:noFill/>
                </a:ln>
                <a:solidFill>
                  <a:srgbClr val="000000"/>
                </a:solidFill>
                <a:effectLst/>
                <a:latin typeface="Consolas" panose="020B0609020204030204" pitchFamily="49" charset="0"/>
              </a:rPr>
              <a:t>v.parent</a:t>
            </a:r>
            <a:r>
              <a:rPr kumimoji="0" lang="en-US" altLang="en-US" b="0" i="0" u="none" strike="noStrike" cap="none" normalizeH="0" baseline="0" dirty="0">
                <a:ln>
                  <a:noFill/>
                </a:ln>
                <a:solidFill>
                  <a:srgbClr val="000000"/>
                </a:solidFill>
                <a:effectLst/>
                <a:latin typeface="Consolas" panose="020B0609020204030204" pitchFamily="49" charset="0"/>
              </a:rPr>
              <a:t> = u</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rPr>
              <a:t>    </a:t>
            </a:r>
            <a:r>
              <a:rPr kumimoji="0" lang="en-US" altLang="en-US" b="1" i="0" u="none" strike="noStrike" cap="none" normalizeH="0" baseline="0" dirty="0">
                <a:ln>
                  <a:noFill/>
                </a:ln>
                <a:solidFill>
                  <a:srgbClr val="006699"/>
                </a:solidFill>
                <a:effectLst/>
                <a:latin typeface="Consolas" panose="020B0609020204030204" pitchFamily="49" charset="0"/>
              </a:rPr>
              <a:t>return</a:t>
            </a:r>
            <a:r>
              <a:rPr kumimoji="0" lang="en-US" altLang="en-US" b="0" i="0" u="none" strike="noStrike" cap="none" normalizeH="0" baseline="0" dirty="0">
                <a:ln>
                  <a:noFill/>
                </a:ln>
                <a:solidFill>
                  <a:srgbClr val="273239"/>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MST</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79726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9D6520F-DDB5-0D88-8177-E753E1BCEF13}"/>
              </a:ext>
            </a:extLst>
          </p:cNvPr>
          <p:cNvSpPr>
            <a:spLocks noGrp="1"/>
          </p:cNvSpPr>
          <p:nvPr>
            <p:ph type="title"/>
          </p:nvPr>
        </p:nvSpPr>
        <p:spPr/>
        <p:txBody>
          <a:bodyPr/>
          <a:lstStyle/>
          <a:p>
            <a:r>
              <a:rPr lang="en-US" altLang="en-US"/>
              <a:t>Example</a:t>
            </a:r>
          </a:p>
        </p:txBody>
      </p:sp>
      <p:pic>
        <p:nvPicPr>
          <p:cNvPr id="21507" name="Picture 2" descr="MST Graph">
            <a:extLst>
              <a:ext uri="{FF2B5EF4-FFF2-40B4-BE49-F238E27FC236}">
                <a16:creationId xmlns:a16="http://schemas.microsoft.com/office/drawing/2014/main" id="{FD03EEF2-6FDE-F54F-2CD2-76C5AF7A82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752600"/>
            <a:ext cx="5670550" cy="38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571D810A-7693-66E0-67C6-77B9C133944C}"/>
              </a:ext>
            </a:extLst>
          </p:cNvPr>
          <p:cNvSpPr>
            <a:spLocks noGrp="1"/>
          </p:cNvSpPr>
          <p:nvPr>
            <p:ph type="title"/>
          </p:nvPr>
        </p:nvSpPr>
        <p:spPr/>
        <p:txBody>
          <a:bodyPr/>
          <a:lstStyle/>
          <a:p>
            <a:r>
              <a:rPr lang="en-US" altLang="en-US"/>
              <a:t>Step 1 - Remove all loops and parallel edges</a:t>
            </a:r>
            <a:br>
              <a:rPr lang="en-US" altLang="en-US"/>
            </a:br>
            <a:endParaRPr lang="en-US" altLang="en-US"/>
          </a:p>
        </p:txBody>
      </p:sp>
      <p:pic>
        <p:nvPicPr>
          <p:cNvPr id="22531" name="Picture 2" descr="MST Graph with loops">
            <a:extLst>
              <a:ext uri="{FF2B5EF4-FFF2-40B4-BE49-F238E27FC236}">
                <a16:creationId xmlns:a16="http://schemas.microsoft.com/office/drawing/2014/main" id="{9A080AC0-BE96-47AD-384E-BF9DD049D4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828800"/>
            <a:ext cx="5791200" cy="392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7878940-EB50-619D-DAB3-70A29224A034}"/>
              </a:ext>
            </a:extLst>
          </p:cNvPr>
          <p:cNvSpPr>
            <a:spLocks noGrp="1"/>
          </p:cNvSpPr>
          <p:nvPr>
            <p:ph type="title"/>
          </p:nvPr>
        </p:nvSpPr>
        <p:spPr/>
        <p:txBody>
          <a:bodyPr/>
          <a:lstStyle/>
          <a:p>
            <a:r>
              <a:rPr lang="en-US" altLang="en-US"/>
              <a:t>Step 2 - Choose any arbitrary node as root node</a:t>
            </a:r>
          </a:p>
        </p:txBody>
      </p:sp>
      <p:pic>
        <p:nvPicPr>
          <p:cNvPr id="23555" name="Picture 2" descr="MST Graph without loops">
            <a:extLst>
              <a:ext uri="{FF2B5EF4-FFF2-40B4-BE49-F238E27FC236}">
                <a16:creationId xmlns:a16="http://schemas.microsoft.com/office/drawing/2014/main" id="{73B71B38-B2EF-04C1-07E8-2CDF87CB8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590800"/>
            <a:ext cx="60960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759FD10C-3D53-DC53-186C-2AFAB497B5A1}"/>
              </a:ext>
            </a:extLst>
          </p:cNvPr>
          <p:cNvSpPr>
            <a:spLocks noGrp="1"/>
          </p:cNvSpPr>
          <p:nvPr>
            <p:ph type="title"/>
          </p:nvPr>
        </p:nvSpPr>
        <p:spPr/>
        <p:txBody>
          <a:bodyPr/>
          <a:lstStyle/>
          <a:p>
            <a:r>
              <a:rPr lang="en-US" altLang="en-US"/>
              <a:t>Step 3 - Check outgoing edges and select the one with less cost</a:t>
            </a:r>
            <a:br>
              <a:rPr lang="en-US" altLang="en-US"/>
            </a:br>
            <a:endParaRPr lang="en-US" altLang="en-US"/>
          </a:p>
        </p:txBody>
      </p:sp>
      <p:pic>
        <p:nvPicPr>
          <p:cNvPr id="24579" name="Picture 2" descr="MST Graph Step 1">
            <a:extLst>
              <a:ext uri="{FF2B5EF4-FFF2-40B4-BE49-F238E27FC236}">
                <a16:creationId xmlns:a16="http://schemas.microsoft.com/office/drawing/2014/main" id="{65878776-5E64-E621-9B36-D8A411EAA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286000"/>
            <a:ext cx="60531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MST Graph Step 2">
            <a:extLst>
              <a:ext uri="{FF2B5EF4-FFF2-40B4-BE49-F238E27FC236}">
                <a16:creationId xmlns:a16="http://schemas.microsoft.com/office/drawing/2014/main" id="{61CD726C-378D-F489-3408-26BE35E7A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7087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MST Graph Step 3">
            <a:extLst>
              <a:ext uri="{FF2B5EF4-FFF2-40B4-BE49-F238E27FC236}">
                <a16:creationId xmlns:a16="http://schemas.microsoft.com/office/drawing/2014/main" id="{BA981215-07DD-CAD6-CE9F-2F8A5399F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638175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MST Prim's Algorithm">
            <a:extLst>
              <a:ext uri="{FF2B5EF4-FFF2-40B4-BE49-F238E27FC236}">
                <a16:creationId xmlns:a16="http://schemas.microsoft.com/office/drawing/2014/main" id="{AA1BC236-2F6A-3AF1-FA37-07789552D8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19200"/>
            <a:ext cx="7035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A5C80569-838B-127E-C035-E42BEEBF0B51}"/>
              </a:ext>
            </a:extLst>
          </p:cNvPr>
          <p:cNvSpPr>
            <a:spLocks noGrp="1"/>
          </p:cNvSpPr>
          <p:nvPr>
            <p:ph type="title"/>
          </p:nvPr>
        </p:nvSpPr>
        <p:spPr/>
        <p:txBody>
          <a:bodyPr/>
          <a:lstStyle/>
          <a:p>
            <a:pPr eaLnBrk="1" hangingPunct="1"/>
            <a:r>
              <a:rPr lang="en-US" altLang="en-US"/>
              <a:t>Application</a:t>
            </a:r>
          </a:p>
        </p:txBody>
      </p:sp>
      <p:sp>
        <p:nvSpPr>
          <p:cNvPr id="29699" name="TextBox 2">
            <a:extLst>
              <a:ext uri="{FF2B5EF4-FFF2-40B4-BE49-F238E27FC236}">
                <a16:creationId xmlns:a16="http://schemas.microsoft.com/office/drawing/2014/main" id="{68F946B3-4238-5ACF-2887-9E494D22C241}"/>
              </a:ext>
            </a:extLst>
          </p:cNvPr>
          <p:cNvSpPr txBox="1">
            <a:spLocks noChangeArrowheads="1"/>
          </p:cNvSpPr>
          <p:nvPr/>
        </p:nvSpPr>
        <p:spPr bwMode="auto">
          <a:xfrm>
            <a:off x="609600" y="1828800"/>
            <a:ext cx="60960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r>
              <a:rPr lang="en-US" altLang="en-US"/>
              <a:t>Computer Networks</a:t>
            </a:r>
          </a:p>
          <a:p>
            <a:pPr algn="l" eaLnBrk="1" hangingPunct="1"/>
            <a:r>
              <a:rPr lang="en-US" altLang="en-US"/>
              <a:t>Travelling salesman problem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F7D2F307-2303-ECD3-4ED0-8FD9A31A29C3}"/>
              </a:ext>
            </a:extLst>
          </p:cNvPr>
          <p:cNvSpPr>
            <a:spLocks noGrp="1"/>
          </p:cNvSpPr>
          <p:nvPr>
            <p:ph type="title"/>
          </p:nvPr>
        </p:nvSpPr>
        <p:spPr/>
        <p:txBody>
          <a:bodyPr/>
          <a:lstStyle/>
          <a:p>
            <a:r>
              <a:rPr lang="en-US" altLang="en-US"/>
              <a:t>Kruskal's Spanning Tree</a:t>
            </a:r>
          </a:p>
        </p:txBody>
      </p:sp>
      <p:sp>
        <p:nvSpPr>
          <p:cNvPr id="30723" name="Content Placeholder 2">
            <a:extLst>
              <a:ext uri="{FF2B5EF4-FFF2-40B4-BE49-F238E27FC236}">
                <a16:creationId xmlns:a16="http://schemas.microsoft.com/office/drawing/2014/main" id="{D8001BCE-F0E1-9633-0BC8-78E150691680}"/>
              </a:ext>
            </a:extLst>
          </p:cNvPr>
          <p:cNvSpPr>
            <a:spLocks noGrp="1"/>
          </p:cNvSpPr>
          <p:nvPr>
            <p:ph idx="1"/>
          </p:nvPr>
        </p:nvSpPr>
        <p:spPr>
          <a:xfrm>
            <a:off x="457200" y="1981200"/>
            <a:ext cx="8458200" cy="4114800"/>
          </a:xfrm>
        </p:spPr>
        <p:txBody>
          <a:bodyPr/>
          <a:lstStyle/>
          <a:p>
            <a:pPr algn="just">
              <a:buFontTx/>
              <a:buNone/>
            </a:pPr>
            <a:r>
              <a:rPr lang="en-US" altLang="en-US"/>
              <a:t>Kruskal's algorithm to find the minimum cost spanning tree uses the greedy approach. This algorithm treats the graph as a forest and every node it has as an individual tree. A tree connects to another only and only if, it has the least cost among all available options and does not violate MST properties.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87517D2B-0490-1874-15F5-D6D45557C05D}"/>
              </a:ext>
            </a:extLst>
          </p:cNvPr>
          <p:cNvSpPr>
            <a:spLocks noGrp="1"/>
          </p:cNvSpPr>
          <p:nvPr>
            <p:ph type="title"/>
          </p:nvPr>
        </p:nvSpPr>
        <p:spPr>
          <a:xfrm>
            <a:off x="685800" y="228600"/>
            <a:ext cx="7772400" cy="1143000"/>
          </a:xfrm>
        </p:spPr>
        <p:txBody>
          <a:bodyPr/>
          <a:lstStyle/>
          <a:p>
            <a:r>
              <a:rPr lang="en-US" altLang="en-US"/>
              <a:t>Kruskal’s Algorithm </a:t>
            </a:r>
          </a:p>
        </p:txBody>
      </p:sp>
      <p:sp>
        <p:nvSpPr>
          <p:cNvPr id="3" name="Content Placeholder 2">
            <a:extLst>
              <a:ext uri="{FF2B5EF4-FFF2-40B4-BE49-F238E27FC236}">
                <a16:creationId xmlns:a16="http://schemas.microsoft.com/office/drawing/2014/main" id="{1C4BC41E-31AA-D5A5-44E1-C99651FFFCAD}"/>
              </a:ext>
            </a:extLst>
          </p:cNvPr>
          <p:cNvSpPr>
            <a:spLocks noGrp="1"/>
          </p:cNvSpPr>
          <p:nvPr>
            <p:ph idx="1"/>
          </p:nvPr>
        </p:nvSpPr>
        <p:spPr>
          <a:xfrm>
            <a:off x="304800" y="1371600"/>
            <a:ext cx="8458200" cy="4114800"/>
          </a:xfrm>
        </p:spPr>
        <p:txBody>
          <a:bodyPr/>
          <a:lstStyle/>
          <a:p>
            <a:pPr>
              <a:defRPr/>
            </a:pPr>
            <a:r>
              <a:rPr lang="en-US" dirty="0">
                <a:solidFill>
                  <a:schemeClr val="tx1">
                    <a:lumMod val="85000"/>
                    <a:lumOff val="15000"/>
                  </a:schemeClr>
                </a:solidFill>
              </a:rPr>
              <a:t>create a forest </a:t>
            </a:r>
            <a:r>
              <a:rPr lang="en-US" i="1" dirty="0">
                <a:solidFill>
                  <a:schemeClr val="tx1">
                    <a:lumMod val="85000"/>
                    <a:lumOff val="15000"/>
                  </a:schemeClr>
                </a:solidFill>
              </a:rPr>
              <a:t>F</a:t>
            </a:r>
            <a:r>
              <a:rPr lang="en-US" dirty="0">
                <a:solidFill>
                  <a:schemeClr val="tx1">
                    <a:lumMod val="85000"/>
                    <a:lumOff val="15000"/>
                  </a:schemeClr>
                </a:solidFill>
              </a:rPr>
              <a:t> (a set of trees), where each vertex in the graph is a separate tree</a:t>
            </a:r>
          </a:p>
          <a:p>
            <a:pPr>
              <a:defRPr/>
            </a:pPr>
            <a:r>
              <a:rPr lang="en-US" dirty="0">
                <a:solidFill>
                  <a:schemeClr val="tx1">
                    <a:lumMod val="85000"/>
                    <a:lumOff val="15000"/>
                  </a:schemeClr>
                </a:solidFill>
              </a:rPr>
              <a:t>create a set </a:t>
            </a:r>
            <a:r>
              <a:rPr lang="en-US" i="1" dirty="0">
                <a:solidFill>
                  <a:schemeClr val="tx1">
                    <a:lumMod val="85000"/>
                    <a:lumOff val="15000"/>
                  </a:schemeClr>
                </a:solidFill>
              </a:rPr>
              <a:t>S</a:t>
            </a:r>
            <a:r>
              <a:rPr lang="en-US" dirty="0">
                <a:solidFill>
                  <a:schemeClr val="tx1">
                    <a:lumMod val="85000"/>
                    <a:lumOff val="15000"/>
                  </a:schemeClr>
                </a:solidFill>
              </a:rPr>
              <a:t> containing all the edges in the graph</a:t>
            </a:r>
          </a:p>
          <a:p>
            <a:pPr>
              <a:defRPr/>
            </a:pPr>
            <a:r>
              <a:rPr lang="en-US" dirty="0">
                <a:solidFill>
                  <a:schemeClr val="tx1">
                    <a:lumMod val="85000"/>
                    <a:lumOff val="15000"/>
                  </a:schemeClr>
                </a:solidFill>
              </a:rPr>
              <a:t>while </a:t>
            </a:r>
            <a:r>
              <a:rPr lang="en-US" i="1" dirty="0">
                <a:solidFill>
                  <a:schemeClr val="tx1">
                    <a:lumMod val="85000"/>
                    <a:lumOff val="15000"/>
                  </a:schemeClr>
                </a:solidFill>
              </a:rPr>
              <a:t>S</a:t>
            </a:r>
            <a:r>
              <a:rPr lang="en-US" dirty="0">
                <a:solidFill>
                  <a:schemeClr val="tx1">
                    <a:lumMod val="85000"/>
                    <a:lumOff val="15000"/>
                  </a:schemeClr>
                </a:solidFill>
              </a:rPr>
              <a:t> is nonempty and </a:t>
            </a:r>
            <a:r>
              <a:rPr lang="en-US" i="1" dirty="0">
                <a:solidFill>
                  <a:schemeClr val="tx1">
                    <a:lumMod val="85000"/>
                    <a:lumOff val="15000"/>
                  </a:schemeClr>
                </a:solidFill>
              </a:rPr>
              <a:t>F</a:t>
            </a:r>
            <a:r>
              <a:rPr lang="en-US" dirty="0">
                <a:solidFill>
                  <a:schemeClr val="tx1">
                    <a:lumMod val="85000"/>
                    <a:lumOff val="15000"/>
                  </a:schemeClr>
                </a:solidFill>
              </a:rPr>
              <a:t> is not yet spanning</a:t>
            </a:r>
          </a:p>
          <a:p>
            <a:pPr lvl="1">
              <a:defRPr/>
            </a:pPr>
            <a:r>
              <a:rPr lang="en-US" dirty="0">
                <a:solidFill>
                  <a:schemeClr val="tx1">
                    <a:lumMod val="85000"/>
                    <a:lumOff val="15000"/>
                  </a:schemeClr>
                </a:solidFill>
              </a:rPr>
              <a:t>remove an edge with minimum weight from </a:t>
            </a:r>
            <a:r>
              <a:rPr lang="en-US" i="1" dirty="0">
                <a:solidFill>
                  <a:schemeClr val="tx1">
                    <a:lumMod val="85000"/>
                    <a:lumOff val="15000"/>
                  </a:schemeClr>
                </a:solidFill>
              </a:rPr>
              <a:t>S</a:t>
            </a:r>
            <a:endParaRPr lang="en-US" dirty="0">
              <a:solidFill>
                <a:schemeClr val="tx1">
                  <a:lumMod val="85000"/>
                  <a:lumOff val="15000"/>
                </a:schemeClr>
              </a:solidFill>
            </a:endParaRPr>
          </a:p>
          <a:p>
            <a:pPr lvl="1">
              <a:defRPr/>
            </a:pPr>
            <a:r>
              <a:rPr lang="en-US" dirty="0">
                <a:solidFill>
                  <a:schemeClr val="tx1">
                    <a:lumMod val="85000"/>
                    <a:lumOff val="15000"/>
                  </a:schemeClr>
                </a:solidFill>
              </a:rPr>
              <a:t>if the removed edge connects two different trees then add it to the forest </a:t>
            </a:r>
            <a:r>
              <a:rPr lang="en-US" i="1" dirty="0">
                <a:solidFill>
                  <a:schemeClr val="tx1">
                    <a:lumMod val="85000"/>
                    <a:lumOff val="15000"/>
                  </a:schemeClr>
                </a:solidFill>
              </a:rPr>
              <a:t>F</a:t>
            </a:r>
            <a:r>
              <a:rPr lang="en-US" dirty="0">
                <a:solidFill>
                  <a:schemeClr val="tx1">
                    <a:lumMod val="85000"/>
                    <a:lumOff val="15000"/>
                  </a:schemeClr>
                </a:solidFill>
              </a:rPr>
              <a:t>, combining two trees into a single tree</a:t>
            </a:r>
          </a:p>
        </p:txBody>
      </p:sp>
    </p:spTree>
    <p:extLst>
      <p:ext uri="{BB962C8B-B14F-4D97-AF65-F5344CB8AC3E}">
        <p14:creationId xmlns:p14="http://schemas.microsoft.com/office/powerpoint/2010/main" val="4050771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556E1DE0-7324-5B6D-550E-6EAAA5F6FE74}"/>
              </a:ext>
            </a:extLst>
          </p:cNvPr>
          <p:cNvSpPr>
            <a:spLocks noGrp="1"/>
          </p:cNvSpPr>
          <p:nvPr>
            <p:ph type="title"/>
          </p:nvPr>
        </p:nvSpPr>
        <p:spPr/>
        <p:txBody>
          <a:bodyPr/>
          <a:lstStyle/>
          <a:p>
            <a:r>
              <a:rPr lang="en-US" altLang="en-US"/>
              <a:t>Example</a:t>
            </a:r>
          </a:p>
        </p:txBody>
      </p:sp>
      <p:pic>
        <p:nvPicPr>
          <p:cNvPr id="31747" name="Picture 2" descr="MST Graph">
            <a:extLst>
              <a:ext uri="{FF2B5EF4-FFF2-40B4-BE49-F238E27FC236}">
                <a16:creationId xmlns:a16="http://schemas.microsoft.com/office/drawing/2014/main" id="{3218271B-9D23-AE75-BDBD-F8DFC66F3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905000"/>
            <a:ext cx="5562600" cy="376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CB6BB554-70A6-18CD-547C-BE0629D7F484}"/>
              </a:ext>
            </a:extLst>
          </p:cNvPr>
          <p:cNvSpPr>
            <a:spLocks noGrp="1"/>
          </p:cNvSpPr>
          <p:nvPr>
            <p:ph type="title"/>
          </p:nvPr>
        </p:nvSpPr>
        <p:spPr/>
        <p:txBody>
          <a:bodyPr/>
          <a:lstStyle/>
          <a:p>
            <a:r>
              <a:rPr lang="en-US" altLang="en-US"/>
              <a:t>Step 1 - Remove all loops and Parallel Edges</a:t>
            </a:r>
          </a:p>
        </p:txBody>
      </p:sp>
      <p:pic>
        <p:nvPicPr>
          <p:cNvPr id="32771" name="Picture 2" descr="MST Graph with loops">
            <a:extLst>
              <a:ext uri="{FF2B5EF4-FFF2-40B4-BE49-F238E27FC236}">
                <a16:creationId xmlns:a16="http://schemas.microsoft.com/office/drawing/2014/main" id="{2B29E73E-B3FF-A858-8BA2-50450E708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09800"/>
            <a:ext cx="56261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788FFD4-3898-2C1D-CF5E-83B5E4482ADC}"/>
              </a:ext>
            </a:extLst>
          </p:cNvPr>
          <p:cNvSpPr>
            <a:spLocks noGrp="1"/>
          </p:cNvSpPr>
          <p:nvPr>
            <p:ph type="title"/>
          </p:nvPr>
        </p:nvSpPr>
        <p:spPr/>
        <p:txBody>
          <a:bodyPr/>
          <a:lstStyle/>
          <a:p>
            <a:endParaRPr lang="en-US" altLang="en-US"/>
          </a:p>
        </p:txBody>
      </p:sp>
      <p:pic>
        <p:nvPicPr>
          <p:cNvPr id="33795" name="Picture 2" descr="MST Graph without loops">
            <a:extLst>
              <a:ext uri="{FF2B5EF4-FFF2-40B4-BE49-F238E27FC236}">
                <a16:creationId xmlns:a16="http://schemas.microsoft.com/office/drawing/2014/main" id="{0F62E689-08B8-7B3C-79DC-752487B9A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209800"/>
            <a:ext cx="638175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FE22BF6F-6D89-408F-F884-F846FD3BCACE}"/>
              </a:ext>
            </a:extLst>
          </p:cNvPr>
          <p:cNvSpPr>
            <a:spLocks noGrp="1"/>
          </p:cNvSpPr>
          <p:nvPr>
            <p:ph type="title"/>
          </p:nvPr>
        </p:nvSpPr>
        <p:spPr/>
        <p:txBody>
          <a:bodyPr/>
          <a:lstStyle/>
          <a:p>
            <a:r>
              <a:rPr lang="en-US" altLang="en-US"/>
              <a:t>Step 2 - Arrange all edges in their increasing order of weight</a:t>
            </a:r>
          </a:p>
        </p:txBody>
      </p:sp>
      <p:pic>
        <p:nvPicPr>
          <p:cNvPr id="34819" name="Picture 2" descr="MST ascending weightage">
            <a:extLst>
              <a:ext uri="{FF2B5EF4-FFF2-40B4-BE49-F238E27FC236}">
                <a16:creationId xmlns:a16="http://schemas.microsoft.com/office/drawing/2014/main" id="{8C9FCB2A-3D4D-137C-1FA9-D6BC85C00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863" y="2743200"/>
            <a:ext cx="8915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85A51538-7A6C-24F7-1165-FC775C6490E8}"/>
              </a:ext>
            </a:extLst>
          </p:cNvPr>
          <p:cNvSpPr>
            <a:spLocks noGrp="1"/>
          </p:cNvSpPr>
          <p:nvPr>
            <p:ph type="title"/>
          </p:nvPr>
        </p:nvSpPr>
        <p:spPr/>
        <p:txBody>
          <a:bodyPr/>
          <a:lstStyle/>
          <a:p>
            <a:r>
              <a:rPr lang="en-US" altLang="en-US"/>
              <a:t>Step 3 - Add the edge which has the least weightage</a:t>
            </a:r>
          </a:p>
        </p:txBody>
      </p:sp>
      <p:sp>
        <p:nvSpPr>
          <p:cNvPr id="35843" name="Content Placeholder 2">
            <a:extLst>
              <a:ext uri="{FF2B5EF4-FFF2-40B4-BE49-F238E27FC236}">
                <a16:creationId xmlns:a16="http://schemas.microsoft.com/office/drawing/2014/main" id="{6DE8A254-0DB5-0121-5B69-900E9DE85F94}"/>
              </a:ext>
            </a:extLst>
          </p:cNvPr>
          <p:cNvSpPr>
            <a:spLocks noGrp="1"/>
          </p:cNvSpPr>
          <p:nvPr>
            <p:ph idx="1"/>
          </p:nvPr>
        </p:nvSpPr>
        <p:spPr>
          <a:xfrm>
            <a:off x="685800" y="2590800"/>
            <a:ext cx="7772400" cy="3200400"/>
          </a:xfrm>
        </p:spPr>
        <p:txBody>
          <a:bodyPr/>
          <a:lstStyle/>
          <a:p>
            <a:r>
              <a:rPr lang="en-US" altLang="en-US" sz="2800"/>
              <a:t>Now we start adding edges to the graph beginning from the one which has the least weight. Throughout, we shall keep checking that the spanning properties remain intact. In case, by adding one edge, the spanning tree property does not hold then we shall consider not to include the edge in the graph.</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MST Graph step one">
            <a:extLst>
              <a:ext uri="{FF2B5EF4-FFF2-40B4-BE49-F238E27FC236}">
                <a16:creationId xmlns:a16="http://schemas.microsoft.com/office/drawing/2014/main" id="{F0FF758C-A327-A3C0-0445-5DABFB290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609600"/>
            <a:ext cx="5562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4" descr="MST Graph step two">
            <a:extLst>
              <a:ext uri="{FF2B5EF4-FFF2-40B4-BE49-F238E27FC236}">
                <a16:creationId xmlns:a16="http://schemas.microsoft.com/office/drawing/2014/main" id="{6856DFBA-B415-5DD2-65C3-3499DE1174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657600"/>
            <a:ext cx="523557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83BC423E-9262-4929-B623-0953EB73033F}"/>
              </a:ext>
            </a:extLst>
          </p:cNvPr>
          <p:cNvSpPr>
            <a:spLocks noGrp="1"/>
          </p:cNvSpPr>
          <p:nvPr>
            <p:ph type="title"/>
          </p:nvPr>
        </p:nvSpPr>
        <p:spPr>
          <a:xfrm>
            <a:off x="609600" y="381000"/>
            <a:ext cx="7772400" cy="1143000"/>
          </a:xfrm>
        </p:spPr>
        <p:txBody>
          <a:bodyPr/>
          <a:lstStyle/>
          <a:p>
            <a:pPr algn="l"/>
            <a:r>
              <a:rPr lang="en-US" altLang="en-US" sz="2000"/>
              <a:t>Next cost in the table is 4, and we observe that adding it will create a circuit in the graph.</a:t>
            </a:r>
            <a:br>
              <a:rPr lang="en-US" altLang="en-US" sz="2000"/>
            </a:br>
            <a:endParaRPr lang="en-US" altLang="en-US" sz="2000"/>
          </a:p>
        </p:txBody>
      </p:sp>
      <p:pic>
        <p:nvPicPr>
          <p:cNvPr id="37891" name="Picture 2" descr="MST Graph step three">
            <a:extLst>
              <a:ext uri="{FF2B5EF4-FFF2-40B4-BE49-F238E27FC236}">
                <a16:creationId xmlns:a16="http://schemas.microsoft.com/office/drawing/2014/main" id="{5542872D-2C53-08B4-3FE6-6B8249149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905000"/>
            <a:ext cx="507206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extBox 4">
            <a:extLst>
              <a:ext uri="{FF2B5EF4-FFF2-40B4-BE49-F238E27FC236}">
                <a16:creationId xmlns:a16="http://schemas.microsoft.com/office/drawing/2014/main" id="{91DD18EB-10BC-E27D-DD34-EFB7976B1F83}"/>
              </a:ext>
            </a:extLst>
          </p:cNvPr>
          <p:cNvSpPr txBox="1">
            <a:spLocks noChangeArrowheads="1"/>
          </p:cNvSpPr>
          <p:nvPr/>
        </p:nvSpPr>
        <p:spPr bwMode="auto">
          <a:xfrm>
            <a:off x="304800" y="4724400"/>
            <a:ext cx="853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buFontTx/>
              <a:buNone/>
            </a:pPr>
            <a:r>
              <a:rPr lang="en-US" altLang="en-US"/>
              <a:t>We ignore it. In the process we shall ignore/avoid all edges that create a circuit.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MST Graph step four">
            <a:extLst>
              <a:ext uri="{FF2B5EF4-FFF2-40B4-BE49-F238E27FC236}">
                <a16:creationId xmlns:a16="http://schemas.microsoft.com/office/drawing/2014/main" id="{246DC016-5736-6154-D9A4-89D1C1AAF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762000"/>
            <a:ext cx="5562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extBox 4">
            <a:extLst>
              <a:ext uri="{FF2B5EF4-FFF2-40B4-BE49-F238E27FC236}">
                <a16:creationId xmlns:a16="http://schemas.microsoft.com/office/drawing/2014/main" id="{0A5A912D-53AE-3E86-1B82-3168BC710D24}"/>
              </a:ext>
            </a:extLst>
          </p:cNvPr>
          <p:cNvSpPr txBox="1">
            <a:spLocks noChangeArrowheads="1"/>
          </p:cNvSpPr>
          <p:nvPr/>
        </p:nvSpPr>
        <p:spPr bwMode="auto">
          <a:xfrm>
            <a:off x="228600" y="4267200"/>
            <a:ext cx="838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r>
              <a:rPr lang="en-US" altLang="en-US"/>
              <a:t>We observe that edges with cost 5 and 6 also create circuits. We ignore them and move 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MST Graph step five">
            <a:extLst>
              <a:ext uri="{FF2B5EF4-FFF2-40B4-BE49-F238E27FC236}">
                <a16:creationId xmlns:a16="http://schemas.microsoft.com/office/drawing/2014/main" id="{D37CAEBD-09F8-CF21-313E-6937494C3D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81000"/>
            <a:ext cx="58896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D126DC59-448F-FF11-4221-8F8329909D25}"/>
              </a:ext>
            </a:extLst>
          </p:cNvPr>
          <p:cNvSpPr>
            <a:spLocks noGrp="1"/>
          </p:cNvSpPr>
          <p:nvPr>
            <p:ph type="title"/>
          </p:nvPr>
        </p:nvSpPr>
        <p:spPr/>
        <p:txBody>
          <a:bodyPr/>
          <a:lstStyle/>
          <a:p>
            <a:pPr algn="l"/>
            <a:r>
              <a:rPr lang="en-US" altLang="en-US" sz="1800"/>
              <a:t>By adding edge S,A we have included all the nodes of the graph and we now have minimum cost spanning tree.</a:t>
            </a:r>
          </a:p>
        </p:txBody>
      </p:sp>
      <p:pic>
        <p:nvPicPr>
          <p:cNvPr id="40963" name="Picture 4" descr="MST Kruskals Algorithm">
            <a:extLst>
              <a:ext uri="{FF2B5EF4-FFF2-40B4-BE49-F238E27FC236}">
                <a16:creationId xmlns:a16="http://schemas.microsoft.com/office/drawing/2014/main" id="{B1DBF44A-E64D-461E-F1CF-B6DE1692F0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276600"/>
            <a:ext cx="6454775"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F1678DB8-3225-D7AB-2715-C1B86B0450D9}"/>
              </a:ext>
            </a:extLst>
          </p:cNvPr>
          <p:cNvSpPr>
            <a:spLocks noGrp="1" noChangeArrowheads="1"/>
          </p:cNvSpPr>
          <p:nvPr>
            <p:ph type="title"/>
          </p:nvPr>
        </p:nvSpPr>
        <p:spPr/>
        <p:txBody>
          <a:bodyPr/>
          <a:lstStyle/>
          <a:p>
            <a:pPr eaLnBrk="1" hangingPunct="1"/>
            <a:r>
              <a:rPr lang="en-US" altLang="en-US"/>
              <a:t>Algorithm Characteristics</a:t>
            </a:r>
          </a:p>
        </p:txBody>
      </p:sp>
      <p:sp>
        <p:nvSpPr>
          <p:cNvPr id="43011" name="Rectangle 5">
            <a:extLst>
              <a:ext uri="{FF2B5EF4-FFF2-40B4-BE49-F238E27FC236}">
                <a16:creationId xmlns:a16="http://schemas.microsoft.com/office/drawing/2014/main" id="{B64C0C52-41ED-24DB-3EEB-6B73B9D463A2}"/>
              </a:ext>
            </a:extLst>
          </p:cNvPr>
          <p:cNvSpPr>
            <a:spLocks noGrp="1" noChangeArrowheads="1"/>
          </p:cNvSpPr>
          <p:nvPr>
            <p:ph type="body" idx="1"/>
          </p:nvPr>
        </p:nvSpPr>
        <p:spPr>
          <a:xfrm>
            <a:off x="685800" y="1981200"/>
            <a:ext cx="8153400" cy="3505200"/>
          </a:xfrm>
        </p:spPr>
        <p:txBody>
          <a:bodyPr/>
          <a:lstStyle/>
          <a:p>
            <a:pPr eaLnBrk="1" hangingPunct="1">
              <a:lnSpc>
                <a:spcPct val="90000"/>
              </a:lnSpc>
            </a:pPr>
            <a:r>
              <a:rPr lang="en-US" altLang="en-US"/>
              <a:t>Both Prim’s and Kruskal’s Algorithms work with undirected graphs</a:t>
            </a:r>
          </a:p>
          <a:p>
            <a:pPr eaLnBrk="1" hangingPunct="1">
              <a:lnSpc>
                <a:spcPct val="90000"/>
              </a:lnSpc>
            </a:pPr>
            <a:r>
              <a:rPr lang="en-US" altLang="en-US"/>
              <a:t>Both work with weighted and unweighted graphs but are more interesting when edges are weighted</a:t>
            </a:r>
          </a:p>
          <a:p>
            <a:pPr eaLnBrk="1" hangingPunct="1">
              <a:lnSpc>
                <a:spcPct val="90000"/>
              </a:lnSpc>
            </a:pPr>
            <a:r>
              <a:rPr lang="en-US" altLang="en-US"/>
              <a:t>Both are greedy algorithms that produce optimal solutions</a:t>
            </a:r>
            <a:endParaRPr lang="en-US" altLang="en-US" sz="36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5D75949-3C25-4086-88BC-AD7B38D16086}"/>
              </a:ext>
            </a:extLst>
          </p:cNvPr>
          <p:cNvSpPr>
            <a:spLocks noGrp="1" noChangeArrowheads="1"/>
          </p:cNvSpPr>
          <p:nvPr>
            <p:ph type="title"/>
          </p:nvPr>
        </p:nvSpPr>
        <p:spPr/>
        <p:txBody>
          <a:bodyPr/>
          <a:lstStyle/>
          <a:p>
            <a:pPr eaLnBrk="1" hangingPunct="1"/>
            <a:r>
              <a:rPr lang="en-US" altLang="en-US"/>
              <a:t>Prim’s Algorithm</a:t>
            </a:r>
          </a:p>
        </p:txBody>
      </p:sp>
      <p:sp>
        <p:nvSpPr>
          <p:cNvPr id="44035" name="Rectangle 3">
            <a:extLst>
              <a:ext uri="{FF2B5EF4-FFF2-40B4-BE49-F238E27FC236}">
                <a16:creationId xmlns:a16="http://schemas.microsoft.com/office/drawing/2014/main" id="{D7077A70-D1E2-4D8D-8422-1A577986D654}"/>
              </a:ext>
            </a:extLst>
          </p:cNvPr>
          <p:cNvSpPr>
            <a:spLocks noGrp="1" noChangeArrowheads="1"/>
          </p:cNvSpPr>
          <p:nvPr>
            <p:ph type="body" idx="1"/>
          </p:nvPr>
        </p:nvSpPr>
        <p:spPr/>
        <p:txBody>
          <a:bodyPr/>
          <a:lstStyle/>
          <a:p>
            <a:pPr algn="ctr" eaLnBrk="1" hangingPunct="1">
              <a:buFontTx/>
              <a:buNone/>
            </a:pPr>
            <a:endParaRPr lang="en-US" altLang="en-US"/>
          </a:p>
          <a:p>
            <a:pPr eaLnBrk="1" hangingPunct="1"/>
            <a:r>
              <a:rPr lang="en-US" altLang="en-US"/>
              <a:t>Similar to Dijkstra’s Algorithm except that </a:t>
            </a:r>
            <a:r>
              <a:rPr lang="en-US" altLang="en-US" i="1"/>
              <a:t>d</a:t>
            </a:r>
            <a:r>
              <a:rPr lang="en-US" altLang="en-US" i="1" baseline="-25000"/>
              <a:t>v</a:t>
            </a:r>
            <a:r>
              <a:rPr lang="en-US" altLang="en-US"/>
              <a:t> records edge weights, not path lengths</a:t>
            </a:r>
          </a:p>
          <a:p>
            <a:pPr eaLnBrk="1" hangingPunct="1">
              <a:buFontTx/>
              <a:buNone/>
            </a:pPr>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1">
            <a:extLst>
              <a:ext uri="{FF2B5EF4-FFF2-40B4-BE49-F238E27FC236}">
                <a16:creationId xmlns:a16="http://schemas.microsoft.com/office/drawing/2014/main" id="{A4F4725D-8EA2-9277-0550-C57FAE1B0076}"/>
              </a:ext>
            </a:extLst>
          </p:cNvPr>
          <p:cNvSpPr>
            <a:spLocks noGrp="1" noChangeArrowheads="1"/>
          </p:cNvSpPr>
          <p:nvPr>
            <p:ph type="title"/>
          </p:nvPr>
        </p:nvSpPr>
        <p:spPr/>
        <p:txBody>
          <a:bodyPr/>
          <a:lstStyle/>
          <a:p>
            <a:pPr eaLnBrk="1" hangingPunct="1"/>
            <a:r>
              <a:rPr lang="en-US" altLang="en-US"/>
              <a:t>Walk-Through</a:t>
            </a:r>
          </a:p>
        </p:txBody>
      </p:sp>
      <p:sp>
        <p:nvSpPr>
          <p:cNvPr id="45059" name="Text Box 60">
            <a:extLst>
              <a:ext uri="{FF2B5EF4-FFF2-40B4-BE49-F238E27FC236}">
                <a16:creationId xmlns:a16="http://schemas.microsoft.com/office/drawing/2014/main" id="{1E7EBFDF-AA5F-8E2F-D180-F2122DE60C08}"/>
              </a:ext>
            </a:extLst>
          </p:cNvPr>
          <p:cNvSpPr txBox="1">
            <a:spLocks noChangeArrowheads="1"/>
          </p:cNvSpPr>
          <p:nvPr/>
        </p:nvSpPr>
        <p:spPr bwMode="auto">
          <a:xfrm>
            <a:off x="4614863" y="1524000"/>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spcBef>
                <a:spcPct val="50000"/>
              </a:spcBef>
              <a:buFontTx/>
              <a:buNone/>
            </a:pPr>
            <a:r>
              <a:rPr lang="en-US" altLang="en-US"/>
              <a:t>Initialize array</a:t>
            </a:r>
          </a:p>
        </p:txBody>
      </p:sp>
      <p:graphicFrame>
        <p:nvGraphicFramePr>
          <p:cNvPr id="409727" name="Group 127">
            <a:extLst>
              <a:ext uri="{FF2B5EF4-FFF2-40B4-BE49-F238E27FC236}">
                <a16:creationId xmlns:a16="http://schemas.microsoft.com/office/drawing/2014/main" id="{C2275B1B-6EB2-8E94-4C46-F1D99261B353}"/>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F</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5112" name="Text Box 133">
            <a:extLst>
              <a:ext uri="{FF2B5EF4-FFF2-40B4-BE49-F238E27FC236}">
                <a16:creationId xmlns:a16="http://schemas.microsoft.com/office/drawing/2014/main" id="{DB7FDA93-D972-F2DE-0050-1C653C96448B}"/>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5113" name="Line 134">
            <a:extLst>
              <a:ext uri="{FF2B5EF4-FFF2-40B4-BE49-F238E27FC236}">
                <a16:creationId xmlns:a16="http://schemas.microsoft.com/office/drawing/2014/main" id="{90896075-F4C6-E788-DC68-7E6AD939BC42}"/>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14" name="Text Box 135">
            <a:extLst>
              <a:ext uri="{FF2B5EF4-FFF2-40B4-BE49-F238E27FC236}">
                <a16:creationId xmlns:a16="http://schemas.microsoft.com/office/drawing/2014/main" id="{33CE154F-94B8-429F-43F4-A82CE1CF8B38}"/>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45115" name="Line 136">
            <a:extLst>
              <a:ext uri="{FF2B5EF4-FFF2-40B4-BE49-F238E27FC236}">
                <a16:creationId xmlns:a16="http://schemas.microsoft.com/office/drawing/2014/main" id="{BE2BA58C-2C7D-EEFF-7423-94E75033BEB9}"/>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16" name="Line 137">
            <a:extLst>
              <a:ext uri="{FF2B5EF4-FFF2-40B4-BE49-F238E27FC236}">
                <a16:creationId xmlns:a16="http://schemas.microsoft.com/office/drawing/2014/main" id="{A705D260-2E85-4B61-CF93-D7409CDD8FA8}"/>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17" name="Line 138">
            <a:extLst>
              <a:ext uri="{FF2B5EF4-FFF2-40B4-BE49-F238E27FC236}">
                <a16:creationId xmlns:a16="http://schemas.microsoft.com/office/drawing/2014/main" id="{BCC6673B-B514-711A-474C-8BC2BE5EECCF}"/>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18" name="Line 139">
            <a:extLst>
              <a:ext uri="{FF2B5EF4-FFF2-40B4-BE49-F238E27FC236}">
                <a16:creationId xmlns:a16="http://schemas.microsoft.com/office/drawing/2014/main" id="{B2277D28-E26F-A685-3AA1-9391FA9FED6C}"/>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19" name="Line 140">
            <a:extLst>
              <a:ext uri="{FF2B5EF4-FFF2-40B4-BE49-F238E27FC236}">
                <a16:creationId xmlns:a16="http://schemas.microsoft.com/office/drawing/2014/main" id="{347F7893-2299-87CB-DC15-661A8D7FA19F}"/>
              </a:ext>
            </a:extLst>
          </p:cNvPr>
          <p:cNvSpPr>
            <a:spLocks noChangeShapeType="1"/>
          </p:cNvSpPr>
          <p:nvPr/>
        </p:nvSpPr>
        <p:spPr bwMode="auto">
          <a:xfrm flipV="1">
            <a:off x="1828800" y="3276600"/>
            <a:ext cx="1447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20" name="Line 141">
            <a:extLst>
              <a:ext uri="{FF2B5EF4-FFF2-40B4-BE49-F238E27FC236}">
                <a16:creationId xmlns:a16="http://schemas.microsoft.com/office/drawing/2014/main" id="{B1BEE628-E293-99C3-4FD1-ACC6C3B72D81}"/>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21" name="Line 142">
            <a:extLst>
              <a:ext uri="{FF2B5EF4-FFF2-40B4-BE49-F238E27FC236}">
                <a16:creationId xmlns:a16="http://schemas.microsoft.com/office/drawing/2014/main" id="{7C1CB82D-BD32-A592-A2C8-D702CC0B12EF}"/>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22" name="Line 143">
            <a:extLst>
              <a:ext uri="{FF2B5EF4-FFF2-40B4-BE49-F238E27FC236}">
                <a16:creationId xmlns:a16="http://schemas.microsoft.com/office/drawing/2014/main" id="{6F5AB321-A393-34CE-E2EF-72BED0B95917}"/>
              </a:ext>
            </a:extLst>
          </p:cNvPr>
          <p:cNvSpPr>
            <a:spLocks noChangeShapeType="1"/>
          </p:cNvSpPr>
          <p:nvPr/>
        </p:nvSpPr>
        <p:spPr bwMode="auto">
          <a:xfrm>
            <a:off x="2178050" y="19812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23" name="Line 144">
            <a:extLst>
              <a:ext uri="{FF2B5EF4-FFF2-40B4-BE49-F238E27FC236}">
                <a16:creationId xmlns:a16="http://schemas.microsoft.com/office/drawing/2014/main" id="{69A561BC-7111-33D0-8FF7-08FD932E92D5}"/>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24" name="Oval 145">
            <a:extLst>
              <a:ext uri="{FF2B5EF4-FFF2-40B4-BE49-F238E27FC236}">
                <a16:creationId xmlns:a16="http://schemas.microsoft.com/office/drawing/2014/main" id="{B34D84BB-38E6-927D-4F91-6EB25C7CBEF4}"/>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5125" name="Oval 146">
            <a:extLst>
              <a:ext uri="{FF2B5EF4-FFF2-40B4-BE49-F238E27FC236}">
                <a16:creationId xmlns:a16="http://schemas.microsoft.com/office/drawing/2014/main" id="{6D626B3E-511E-6E10-DABF-E25BFF2CE98D}"/>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45126" name="Oval 147">
            <a:extLst>
              <a:ext uri="{FF2B5EF4-FFF2-40B4-BE49-F238E27FC236}">
                <a16:creationId xmlns:a16="http://schemas.microsoft.com/office/drawing/2014/main" id="{1F18A6D4-2446-65DF-9476-FE2F59F65E38}"/>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45127" name="Oval 148">
            <a:extLst>
              <a:ext uri="{FF2B5EF4-FFF2-40B4-BE49-F238E27FC236}">
                <a16:creationId xmlns:a16="http://schemas.microsoft.com/office/drawing/2014/main" id="{DBD8AF8F-D042-710F-7BED-4825BB1DF980}"/>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45128" name="Oval 149">
            <a:extLst>
              <a:ext uri="{FF2B5EF4-FFF2-40B4-BE49-F238E27FC236}">
                <a16:creationId xmlns:a16="http://schemas.microsoft.com/office/drawing/2014/main" id="{C5C14AE4-5939-659F-35E4-C0958E359E24}"/>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45129" name="Oval 150">
            <a:extLst>
              <a:ext uri="{FF2B5EF4-FFF2-40B4-BE49-F238E27FC236}">
                <a16:creationId xmlns:a16="http://schemas.microsoft.com/office/drawing/2014/main" id="{A18C0BA2-01ED-D5F3-9103-4771D2B7509B}"/>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45130" name="Oval 151">
            <a:extLst>
              <a:ext uri="{FF2B5EF4-FFF2-40B4-BE49-F238E27FC236}">
                <a16:creationId xmlns:a16="http://schemas.microsoft.com/office/drawing/2014/main" id="{A5B4B854-3211-0067-A423-C3C7599EE0CB}"/>
              </a:ext>
            </a:extLst>
          </p:cNvPr>
          <p:cNvSpPr>
            <a:spLocks noChangeArrowheads="1"/>
          </p:cNvSpPr>
          <p:nvPr/>
        </p:nvSpPr>
        <p:spPr bwMode="auto">
          <a:xfrm>
            <a:off x="3276600" y="28956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45131" name="Oval 152">
            <a:extLst>
              <a:ext uri="{FF2B5EF4-FFF2-40B4-BE49-F238E27FC236}">
                <a16:creationId xmlns:a16="http://schemas.microsoft.com/office/drawing/2014/main" id="{D9A108EF-9823-76FB-8BAB-877BF3BC38AD}"/>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45132" name="Oval 153">
            <a:extLst>
              <a:ext uri="{FF2B5EF4-FFF2-40B4-BE49-F238E27FC236}">
                <a16:creationId xmlns:a16="http://schemas.microsoft.com/office/drawing/2014/main" id="{C353578C-33AE-5139-F637-11E48E395434}"/>
              </a:ext>
            </a:extLst>
          </p:cNvPr>
          <p:cNvSpPr>
            <a:spLocks noChangeArrowheads="1"/>
          </p:cNvSpPr>
          <p:nvPr/>
        </p:nvSpPr>
        <p:spPr bwMode="auto">
          <a:xfrm>
            <a:off x="15240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45133" name="Line 154">
            <a:extLst>
              <a:ext uri="{FF2B5EF4-FFF2-40B4-BE49-F238E27FC236}">
                <a16:creationId xmlns:a16="http://schemas.microsoft.com/office/drawing/2014/main" id="{5923DE7D-491B-8249-2C4F-9629D7B3B8EC}"/>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34" name="Line 155">
            <a:extLst>
              <a:ext uri="{FF2B5EF4-FFF2-40B4-BE49-F238E27FC236}">
                <a16:creationId xmlns:a16="http://schemas.microsoft.com/office/drawing/2014/main" id="{AD0B58EB-F77D-194F-A58B-461EEAD4BD9B}"/>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35" name="Line 156">
            <a:extLst>
              <a:ext uri="{FF2B5EF4-FFF2-40B4-BE49-F238E27FC236}">
                <a16:creationId xmlns:a16="http://schemas.microsoft.com/office/drawing/2014/main" id="{84BC75A1-8898-B284-BAAD-A3B87DD46ED8}"/>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36" name="Text Box 157">
            <a:extLst>
              <a:ext uri="{FF2B5EF4-FFF2-40B4-BE49-F238E27FC236}">
                <a16:creationId xmlns:a16="http://schemas.microsoft.com/office/drawing/2014/main" id="{F07252A2-2E7F-0565-C9DB-A1F05BA30D2B}"/>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5137" name="Text Box 158">
            <a:extLst>
              <a:ext uri="{FF2B5EF4-FFF2-40B4-BE49-F238E27FC236}">
                <a16:creationId xmlns:a16="http://schemas.microsoft.com/office/drawing/2014/main" id="{EB6F3E8A-49B7-4C6A-5F6B-1A601B570D11}"/>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5138" name="Text Box 159">
            <a:extLst>
              <a:ext uri="{FF2B5EF4-FFF2-40B4-BE49-F238E27FC236}">
                <a16:creationId xmlns:a16="http://schemas.microsoft.com/office/drawing/2014/main" id="{BD9700B1-C699-7E28-B733-FEE2D2ECAF37}"/>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5139" name="Text Box 160">
            <a:extLst>
              <a:ext uri="{FF2B5EF4-FFF2-40B4-BE49-F238E27FC236}">
                <a16:creationId xmlns:a16="http://schemas.microsoft.com/office/drawing/2014/main" id="{35BA33EE-8131-4BD7-B6A7-4E599CCAE7C9}"/>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45140" name="Text Box 161">
            <a:extLst>
              <a:ext uri="{FF2B5EF4-FFF2-40B4-BE49-F238E27FC236}">
                <a16:creationId xmlns:a16="http://schemas.microsoft.com/office/drawing/2014/main" id="{13AA6F79-5696-CD8A-FFEA-B30AAFFE6D37}"/>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5141" name="Text Box 162">
            <a:extLst>
              <a:ext uri="{FF2B5EF4-FFF2-40B4-BE49-F238E27FC236}">
                <a16:creationId xmlns:a16="http://schemas.microsoft.com/office/drawing/2014/main" id="{C837BDF9-1791-2DD0-933C-0EC9DC653ADB}"/>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5142" name="Text Box 163">
            <a:extLst>
              <a:ext uri="{FF2B5EF4-FFF2-40B4-BE49-F238E27FC236}">
                <a16:creationId xmlns:a16="http://schemas.microsoft.com/office/drawing/2014/main" id="{284409A6-01B9-4FF7-FF91-05EF63B50B6A}"/>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5143" name="Text Box 164">
            <a:extLst>
              <a:ext uri="{FF2B5EF4-FFF2-40B4-BE49-F238E27FC236}">
                <a16:creationId xmlns:a16="http://schemas.microsoft.com/office/drawing/2014/main" id="{3A9CC5EE-9018-CBF1-9087-545A018269D7}"/>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5144" name="Text Box 165">
            <a:extLst>
              <a:ext uri="{FF2B5EF4-FFF2-40B4-BE49-F238E27FC236}">
                <a16:creationId xmlns:a16="http://schemas.microsoft.com/office/drawing/2014/main" id="{A1A7995C-A6CD-875E-22AC-38EF344CB115}"/>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45145" name="Text Box 166">
            <a:extLst>
              <a:ext uri="{FF2B5EF4-FFF2-40B4-BE49-F238E27FC236}">
                <a16:creationId xmlns:a16="http://schemas.microsoft.com/office/drawing/2014/main" id="{60E77A6C-B645-EAD7-C82A-BD974B2DFF62}"/>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45146" name="Text Box 167">
            <a:extLst>
              <a:ext uri="{FF2B5EF4-FFF2-40B4-BE49-F238E27FC236}">
                <a16:creationId xmlns:a16="http://schemas.microsoft.com/office/drawing/2014/main" id="{E74EE840-2249-5E0E-C0BE-9992F3057186}"/>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5147" name="Line 168">
            <a:extLst>
              <a:ext uri="{FF2B5EF4-FFF2-40B4-BE49-F238E27FC236}">
                <a16:creationId xmlns:a16="http://schemas.microsoft.com/office/drawing/2014/main" id="{CAC0C21B-8DF1-8172-8031-1254411864F3}"/>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148" name="Text Box 169">
            <a:extLst>
              <a:ext uri="{FF2B5EF4-FFF2-40B4-BE49-F238E27FC236}">
                <a16:creationId xmlns:a16="http://schemas.microsoft.com/office/drawing/2014/main" id="{8F75FF2E-28B1-FA99-778E-3E8A414DBA2D}"/>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5149" name="Freeform 170">
            <a:extLst>
              <a:ext uri="{FF2B5EF4-FFF2-40B4-BE49-F238E27FC236}">
                <a16:creationId xmlns:a16="http://schemas.microsoft.com/office/drawing/2014/main" id="{D97F5922-99B7-7092-6DFF-F2B0D1A019A6}"/>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5150" name="Text Box 171">
            <a:extLst>
              <a:ext uri="{FF2B5EF4-FFF2-40B4-BE49-F238E27FC236}">
                <a16:creationId xmlns:a16="http://schemas.microsoft.com/office/drawing/2014/main" id="{5E288880-1A3A-7A60-4E0B-8EBADAD860E7}"/>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5151" name="Line 172">
            <a:extLst>
              <a:ext uri="{FF2B5EF4-FFF2-40B4-BE49-F238E27FC236}">
                <a16:creationId xmlns:a16="http://schemas.microsoft.com/office/drawing/2014/main" id="{048E1F87-CF0E-C005-8D4A-6C80C1839BD4}"/>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a:extLst>
              <a:ext uri="{FF2B5EF4-FFF2-40B4-BE49-F238E27FC236}">
                <a16:creationId xmlns:a16="http://schemas.microsoft.com/office/drawing/2014/main" id="{A041D8CF-D522-8D1F-9BA8-C967C5CA72DE}"/>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6083" name="Line 3">
            <a:extLst>
              <a:ext uri="{FF2B5EF4-FFF2-40B4-BE49-F238E27FC236}">
                <a16:creationId xmlns:a16="http://schemas.microsoft.com/office/drawing/2014/main" id="{715ACD80-76D4-FD9A-2934-410D762D7DBA}"/>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84" name="Text Box 4">
            <a:extLst>
              <a:ext uri="{FF2B5EF4-FFF2-40B4-BE49-F238E27FC236}">
                <a16:creationId xmlns:a16="http://schemas.microsoft.com/office/drawing/2014/main" id="{025D304E-A353-583A-1336-ADBF516C74CF}"/>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46085" name="Line 5">
            <a:extLst>
              <a:ext uri="{FF2B5EF4-FFF2-40B4-BE49-F238E27FC236}">
                <a16:creationId xmlns:a16="http://schemas.microsoft.com/office/drawing/2014/main" id="{5BCB8C02-BC3E-B2DE-725C-4FED9F01D1CF}"/>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86" name="Line 6">
            <a:extLst>
              <a:ext uri="{FF2B5EF4-FFF2-40B4-BE49-F238E27FC236}">
                <a16:creationId xmlns:a16="http://schemas.microsoft.com/office/drawing/2014/main" id="{0FDC612C-0624-A48C-82C4-68594123967C}"/>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87" name="Line 7">
            <a:extLst>
              <a:ext uri="{FF2B5EF4-FFF2-40B4-BE49-F238E27FC236}">
                <a16:creationId xmlns:a16="http://schemas.microsoft.com/office/drawing/2014/main" id="{746257DB-C471-22CC-0F31-671A82154D44}"/>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88" name="Line 9">
            <a:extLst>
              <a:ext uri="{FF2B5EF4-FFF2-40B4-BE49-F238E27FC236}">
                <a16:creationId xmlns:a16="http://schemas.microsoft.com/office/drawing/2014/main" id="{8D819B53-0D43-EF25-D99C-67064E62C003}"/>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89" name="Line 10">
            <a:extLst>
              <a:ext uri="{FF2B5EF4-FFF2-40B4-BE49-F238E27FC236}">
                <a16:creationId xmlns:a16="http://schemas.microsoft.com/office/drawing/2014/main" id="{F9E60496-BE13-A78E-97F5-4DA22A001B8D}"/>
              </a:ext>
            </a:extLst>
          </p:cNvPr>
          <p:cNvSpPr>
            <a:spLocks noChangeShapeType="1"/>
          </p:cNvSpPr>
          <p:nvPr/>
        </p:nvSpPr>
        <p:spPr bwMode="auto">
          <a:xfrm flipV="1">
            <a:off x="1828800" y="3276600"/>
            <a:ext cx="1447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0" name="Line 11">
            <a:extLst>
              <a:ext uri="{FF2B5EF4-FFF2-40B4-BE49-F238E27FC236}">
                <a16:creationId xmlns:a16="http://schemas.microsoft.com/office/drawing/2014/main" id="{170D1EC1-A009-F50C-AE7F-741DC0FE6138}"/>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1" name="Line 12">
            <a:extLst>
              <a:ext uri="{FF2B5EF4-FFF2-40B4-BE49-F238E27FC236}">
                <a16:creationId xmlns:a16="http://schemas.microsoft.com/office/drawing/2014/main" id="{DD6C19EE-C685-72EA-FC1F-25AEFD97F78E}"/>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2" name="Line 14">
            <a:extLst>
              <a:ext uri="{FF2B5EF4-FFF2-40B4-BE49-F238E27FC236}">
                <a16:creationId xmlns:a16="http://schemas.microsoft.com/office/drawing/2014/main" id="{E6BABBCA-3A95-FB3C-ADD3-2C9A1FDC4BC4}"/>
              </a:ext>
            </a:extLst>
          </p:cNvPr>
          <p:cNvSpPr>
            <a:spLocks noChangeShapeType="1"/>
          </p:cNvSpPr>
          <p:nvPr/>
        </p:nvSpPr>
        <p:spPr bwMode="auto">
          <a:xfrm>
            <a:off x="2178050" y="19812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3" name="Line 15">
            <a:extLst>
              <a:ext uri="{FF2B5EF4-FFF2-40B4-BE49-F238E27FC236}">
                <a16:creationId xmlns:a16="http://schemas.microsoft.com/office/drawing/2014/main" id="{AB494A86-9518-EA17-6139-CFB93B747970}"/>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4" name="Oval 16">
            <a:extLst>
              <a:ext uri="{FF2B5EF4-FFF2-40B4-BE49-F238E27FC236}">
                <a16:creationId xmlns:a16="http://schemas.microsoft.com/office/drawing/2014/main" id="{DCE2815A-8D63-FDD6-A4EA-71AB58238B48}"/>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6095" name="Oval 17">
            <a:extLst>
              <a:ext uri="{FF2B5EF4-FFF2-40B4-BE49-F238E27FC236}">
                <a16:creationId xmlns:a16="http://schemas.microsoft.com/office/drawing/2014/main" id="{B28CA539-E198-D390-9B00-CFB981A92F57}"/>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46096" name="Oval 18">
            <a:extLst>
              <a:ext uri="{FF2B5EF4-FFF2-40B4-BE49-F238E27FC236}">
                <a16:creationId xmlns:a16="http://schemas.microsoft.com/office/drawing/2014/main" id="{A9AE5C6E-D24B-949D-3BC0-382D802E01EC}"/>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46097" name="Oval 19">
            <a:extLst>
              <a:ext uri="{FF2B5EF4-FFF2-40B4-BE49-F238E27FC236}">
                <a16:creationId xmlns:a16="http://schemas.microsoft.com/office/drawing/2014/main" id="{7F992017-05FE-D36C-1D1B-B3BFCC78AF73}"/>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46098" name="Oval 20">
            <a:extLst>
              <a:ext uri="{FF2B5EF4-FFF2-40B4-BE49-F238E27FC236}">
                <a16:creationId xmlns:a16="http://schemas.microsoft.com/office/drawing/2014/main" id="{F7B31B50-69EC-ED7A-9F87-F30BB725C86C}"/>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46099" name="Oval 21">
            <a:extLst>
              <a:ext uri="{FF2B5EF4-FFF2-40B4-BE49-F238E27FC236}">
                <a16:creationId xmlns:a16="http://schemas.microsoft.com/office/drawing/2014/main" id="{6A8850F0-D0FD-07C5-21CC-81404DC30059}"/>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46100" name="Oval 22">
            <a:extLst>
              <a:ext uri="{FF2B5EF4-FFF2-40B4-BE49-F238E27FC236}">
                <a16:creationId xmlns:a16="http://schemas.microsoft.com/office/drawing/2014/main" id="{1C313A51-2B8B-98D9-47E2-9F1F857515EB}"/>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46101" name="Oval 23">
            <a:extLst>
              <a:ext uri="{FF2B5EF4-FFF2-40B4-BE49-F238E27FC236}">
                <a16:creationId xmlns:a16="http://schemas.microsoft.com/office/drawing/2014/main" id="{E218C1E5-C160-8FE4-9E42-99DA33A8E6E9}"/>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46102" name="Oval 24">
            <a:extLst>
              <a:ext uri="{FF2B5EF4-FFF2-40B4-BE49-F238E27FC236}">
                <a16:creationId xmlns:a16="http://schemas.microsoft.com/office/drawing/2014/main" id="{C3B54A11-EE58-60BF-B84C-EBB3BDA67ADA}"/>
              </a:ext>
            </a:extLst>
          </p:cNvPr>
          <p:cNvSpPr>
            <a:spLocks noChangeArrowheads="1"/>
          </p:cNvSpPr>
          <p:nvPr/>
        </p:nvSpPr>
        <p:spPr bwMode="auto">
          <a:xfrm>
            <a:off x="15240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46103" name="Line 26">
            <a:extLst>
              <a:ext uri="{FF2B5EF4-FFF2-40B4-BE49-F238E27FC236}">
                <a16:creationId xmlns:a16="http://schemas.microsoft.com/office/drawing/2014/main" id="{E59620A3-F89E-F890-9006-D45DC12C983B}"/>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4" name="Line 27">
            <a:extLst>
              <a:ext uri="{FF2B5EF4-FFF2-40B4-BE49-F238E27FC236}">
                <a16:creationId xmlns:a16="http://schemas.microsoft.com/office/drawing/2014/main" id="{D3978230-D527-B7DF-A520-B434AFC991D4}"/>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5" name="Line 28">
            <a:extLst>
              <a:ext uri="{FF2B5EF4-FFF2-40B4-BE49-F238E27FC236}">
                <a16:creationId xmlns:a16="http://schemas.microsoft.com/office/drawing/2014/main" id="{4EB0B8A9-4B72-44C9-6874-BE4D5483CD6C}"/>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6" name="Text Box 30">
            <a:extLst>
              <a:ext uri="{FF2B5EF4-FFF2-40B4-BE49-F238E27FC236}">
                <a16:creationId xmlns:a16="http://schemas.microsoft.com/office/drawing/2014/main" id="{69B54BEA-9B79-2958-C508-630A4F3BC2AC}"/>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6107" name="Text Box 31">
            <a:extLst>
              <a:ext uri="{FF2B5EF4-FFF2-40B4-BE49-F238E27FC236}">
                <a16:creationId xmlns:a16="http://schemas.microsoft.com/office/drawing/2014/main" id="{E3C43ECE-07E1-CCB8-16EB-9E0E5774149B}"/>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6108" name="Text Box 32">
            <a:extLst>
              <a:ext uri="{FF2B5EF4-FFF2-40B4-BE49-F238E27FC236}">
                <a16:creationId xmlns:a16="http://schemas.microsoft.com/office/drawing/2014/main" id="{671E09C5-FA30-51D6-2502-311E0D06FF02}"/>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6109" name="Text Box 33">
            <a:extLst>
              <a:ext uri="{FF2B5EF4-FFF2-40B4-BE49-F238E27FC236}">
                <a16:creationId xmlns:a16="http://schemas.microsoft.com/office/drawing/2014/main" id="{44352EAF-E88C-4C2E-9F4C-71D5496C3A19}"/>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46110" name="Text Box 34">
            <a:extLst>
              <a:ext uri="{FF2B5EF4-FFF2-40B4-BE49-F238E27FC236}">
                <a16:creationId xmlns:a16="http://schemas.microsoft.com/office/drawing/2014/main" id="{93308E51-E5D2-57FB-E175-AE02FBFF85FB}"/>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6111" name="Text Box 35">
            <a:extLst>
              <a:ext uri="{FF2B5EF4-FFF2-40B4-BE49-F238E27FC236}">
                <a16:creationId xmlns:a16="http://schemas.microsoft.com/office/drawing/2014/main" id="{7B4275E2-7E2A-1FC0-BD77-D432AED22808}"/>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6112" name="Text Box 36">
            <a:extLst>
              <a:ext uri="{FF2B5EF4-FFF2-40B4-BE49-F238E27FC236}">
                <a16:creationId xmlns:a16="http://schemas.microsoft.com/office/drawing/2014/main" id="{69B46272-8AA9-E025-B011-88AD14FB01F5}"/>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6113" name="Text Box 37">
            <a:extLst>
              <a:ext uri="{FF2B5EF4-FFF2-40B4-BE49-F238E27FC236}">
                <a16:creationId xmlns:a16="http://schemas.microsoft.com/office/drawing/2014/main" id="{17B80620-DEF0-BCCB-2D3F-00C2F8F51545}"/>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6114" name="Text Box 39">
            <a:extLst>
              <a:ext uri="{FF2B5EF4-FFF2-40B4-BE49-F238E27FC236}">
                <a16:creationId xmlns:a16="http://schemas.microsoft.com/office/drawing/2014/main" id="{98DAD330-D658-1E41-87FB-03035BB4717D}"/>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46115" name="Text Box 40">
            <a:extLst>
              <a:ext uri="{FF2B5EF4-FFF2-40B4-BE49-F238E27FC236}">
                <a16:creationId xmlns:a16="http://schemas.microsoft.com/office/drawing/2014/main" id="{2758D44A-1002-BA77-B450-B31D7E0644B6}"/>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46116" name="Text Box 41">
            <a:extLst>
              <a:ext uri="{FF2B5EF4-FFF2-40B4-BE49-F238E27FC236}">
                <a16:creationId xmlns:a16="http://schemas.microsoft.com/office/drawing/2014/main" id="{222A81A9-C3BC-18E1-CE08-DD1756712915}"/>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6117" name="Line 42">
            <a:extLst>
              <a:ext uri="{FF2B5EF4-FFF2-40B4-BE49-F238E27FC236}">
                <a16:creationId xmlns:a16="http://schemas.microsoft.com/office/drawing/2014/main" id="{54AE7686-B7E2-20F9-2006-2D768AF792DA}"/>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18" name="Text Box 43">
            <a:extLst>
              <a:ext uri="{FF2B5EF4-FFF2-40B4-BE49-F238E27FC236}">
                <a16:creationId xmlns:a16="http://schemas.microsoft.com/office/drawing/2014/main" id="{4A706700-5359-DDC1-8439-A0E6072D1AEA}"/>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6119" name="Text Box 44">
            <a:extLst>
              <a:ext uri="{FF2B5EF4-FFF2-40B4-BE49-F238E27FC236}">
                <a16:creationId xmlns:a16="http://schemas.microsoft.com/office/drawing/2014/main" id="{BEAE6DB4-694A-2F5F-BB52-07C1C453B30B}"/>
              </a:ext>
            </a:extLst>
          </p:cNvPr>
          <p:cNvSpPr txBox="1">
            <a:spLocks noChangeArrowheads="1"/>
          </p:cNvSpPr>
          <p:nvPr/>
        </p:nvSpPr>
        <p:spPr bwMode="auto">
          <a:xfrm>
            <a:off x="4038600" y="1524000"/>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spcBef>
                <a:spcPct val="50000"/>
              </a:spcBef>
              <a:buFontTx/>
              <a:buNone/>
            </a:pPr>
            <a:r>
              <a:rPr lang="en-US" altLang="en-US"/>
              <a:t>Start with any node, say D</a:t>
            </a:r>
          </a:p>
        </p:txBody>
      </p:sp>
      <p:graphicFrame>
        <p:nvGraphicFramePr>
          <p:cNvPr id="430125" name="Group 45">
            <a:extLst>
              <a:ext uri="{FF2B5EF4-FFF2-40B4-BE49-F238E27FC236}">
                <a16:creationId xmlns:a16="http://schemas.microsoft.com/office/drawing/2014/main" id="{E47B1857-A495-9A97-5FCC-1B0ADB728199}"/>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6172" name="Freeform 97">
            <a:extLst>
              <a:ext uri="{FF2B5EF4-FFF2-40B4-BE49-F238E27FC236}">
                <a16:creationId xmlns:a16="http://schemas.microsoft.com/office/drawing/2014/main" id="{1063B740-93EE-54D0-5956-797F45DC82E3}"/>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6173" name="Text Box 98">
            <a:extLst>
              <a:ext uri="{FF2B5EF4-FFF2-40B4-BE49-F238E27FC236}">
                <a16:creationId xmlns:a16="http://schemas.microsoft.com/office/drawing/2014/main" id="{058D1806-12ED-E7E7-8CDB-7DB354670BC0}"/>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6174" name="Line 99">
            <a:extLst>
              <a:ext uri="{FF2B5EF4-FFF2-40B4-BE49-F238E27FC236}">
                <a16:creationId xmlns:a16="http://schemas.microsoft.com/office/drawing/2014/main" id="{308D4EB3-1DFF-3F44-A0D0-B2BB90AF572A}"/>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a:extLst>
              <a:ext uri="{FF2B5EF4-FFF2-40B4-BE49-F238E27FC236}">
                <a16:creationId xmlns:a16="http://schemas.microsoft.com/office/drawing/2014/main" id="{C7F8DBC7-CF46-7840-FF2B-E0E738FB8201}"/>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7107" name="Line 3">
            <a:extLst>
              <a:ext uri="{FF2B5EF4-FFF2-40B4-BE49-F238E27FC236}">
                <a16:creationId xmlns:a16="http://schemas.microsoft.com/office/drawing/2014/main" id="{47CCEEB2-DE84-FBCC-4C5B-BEB4A9D4ECD4}"/>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08" name="Text Box 4">
            <a:extLst>
              <a:ext uri="{FF2B5EF4-FFF2-40B4-BE49-F238E27FC236}">
                <a16:creationId xmlns:a16="http://schemas.microsoft.com/office/drawing/2014/main" id="{143158A9-AA6A-5F5F-95B6-08DAE4F3A70C}"/>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47109" name="Line 5">
            <a:extLst>
              <a:ext uri="{FF2B5EF4-FFF2-40B4-BE49-F238E27FC236}">
                <a16:creationId xmlns:a16="http://schemas.microsoft.com/office/drawing/2014/main" id="{F29A304C-0C73-4D21-CDEE-15074DE6ECB3}"/>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0" name="Line 6">
            <a:extLst>
              <a:ext uri="{FF2B5EF4-FFF2-40B4-BE49-F238E27FC236}">
                <a16:creationId xmlns:a16="http://schemas.microsoft.com/office/drawing/2014/main" id="{B934FB08-F6B7-E68E-E532-683C00D518A0}"/>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1" name="Line 7">
            <a:extLst>
              <a:ext uri="{FF2B5EF4-FFF2-40B4-BE49-F238E27FC236}">
                <a16:creationId xmlns:a16="http://schemas.microsoft.com/office/drawing/2014/main" id="{F0D3F0D1-41CA-4355-E82E-23D01B579FC1}"/>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2" name="Line 8">
            <a:extLst>
              <a:ext uri="{FF2B5EF4-FFF2-40B4-BE49-F238E27FC236}">
                <a16:creationId xmlns:a16="http://schemas.microsoft.com/office/drawing/2014/main" id="{585972DD-5C2B-14A6-8DAB-6602B8B3E6D1}"/>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3" name="Line 9">
            <a:extLst>
              <a:ext uri="{FF2B5EF4-FFF2-40B4-BE49-F238E27FC236}">
                <a16:creationId xmlns:a16="http://schemas.microsoft.com/office/drawing/2014/main" id="{00C62FCD-0B39-F0AD-7B97-BA2F3EE57C01}"/>
              </a:ext>
            </a:extLst>
          </p:cNvPr>
          <p:cNvSpPr>
            <a:spLocks noChangeShapeType="1"/>
          </p:cNvSpPr>
          <p:nvPr/>
        </p:nvSpPr>
        <p:spPr bwMode="auto">
          <a:xfrm flipV="1">
            <a:off x="1828800" y="3276600"/>
            <a:ext cx="1447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4" name="Line 10">
            <a:extLst>
              <a:ext uri="{FF2B5EF4-FFF2-40B4-BE49-F238E27FC236}">
                <a16:creationId xmlns:a16="http://schemas.microsoft.com/office/drawing/2014/main" id="{C14DF829-A4EE-933D-8F67-A7204CAF1A4D}"/>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5" name="Line 11">
            <a:extLst>
              <a:ext uri="{FF2B5EF4-FFF2-40B4-BE49-F238E27FC236}">
                <a16:creationId xmlns:a16="http://schemas.microsoft.com/office/drawing/2014/main" id="{08D1AFDB-F487-499F-3AB4-01B79982748D}"/>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6" name="Line 12">
            <a:extLst>
              <a:ext uri="{FF2B5EF4-FFF2-40B4-BE49-F238E27FC236}">
                <a16:creationId xmlns:a16="http://schemas.microsoft.com/office/drawing/2014/main" id="{5053EB0A-BFBD-1526-AC02-255F99B9EB29}"/>
              </a:ext>
            </a:extLst>
          </p:cNvPr>
          <p:cNvSpPr>
            <a:spLocks noChangeShapeType="1"/>
          </p:cNvSpPr>
          <p:nvPr/>
        </p:nvSpPr>
        <p:spPr bwMode="auto">
          <a:xfrm>
            <a:off x="2178050" y="19812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7" name="Line 13">
            <a:extLst>
              <a:ext uri="{FF2B5EF4-FFF2-40B4-BE49-F238E27FC236}">
                <a16:creationId xmlns:a16="http://schemas.microsoft.com/office/drawing/2014/main" id="{895711F2-AC16-FA55-567D-797675B51624}"/>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8" name="Oval 14">
            <a:extLst>
              <a:ext uri="{FF2B5EF4-FFF2-40B4-BE49-F238E27FC236}">
                <a16:creationId xmlns:a16="http://schemas.microsoft.com/office/drawing/2014/main" id="{EB8C7B2D-CA91-0C11-03B6-D03E038C3062}"/>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7119" name="Oval 15">
            <a:extLst>
              <a:ext uri="{FF2B5EF4-FFF2-40B4-BE49-F238E27FC236}">
                <a16:creationId xmlns:a16="http://schemas.microsoft.com/office/drawing/2014/main" id="{65A1E434-A85C-0B3E-516B-1C8876715EBE}"/>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47120" name="Oval 16">
            <a:extLst>
              <a:ext uri="{FF2B5EF4-FFF2-40B4-BE49-F238E27FC236}">
                <a16:creationId xmlns:a16="http://schemas.microsoft.com/office/drawing/2014/main" id="{D6DEA889-B64F-E5BA-80B8-FB0EFEC35821}"/>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47121" name="Oval 17">
            <a:extLst>
              <a:ext uri="{FF2B5EF4-FFF2-40B4-BE49-F238E27FC236}">
                <a16:creationId xmlns:a16="http://schemas.microsoft.com/office/drawing/2014/main" id="{EAF6FC7A-A735-0D41-A6F4-50382992F39D}"/>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47122" name="Oval 18">
            <a:extLst>
              <a:ext uri="{FF2B5EF4-FFF2-40B4-BE49-F238E27FC236}">
                <a16:creationId xmlns:a16="http://schemas.microsoft.com/office/drawing/2014/main" id="{84C08831-767B-BDA0-E4CB-F64E4FEC79E4}"/>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47123" name="Oval 19">
            <a:extLst>
              <a:ext uri="{FF2B5EF4-FFF2-40B4-BE49-F238E27FC236}">
                <a16:creationId xmlns:a16="http://schemas.microsoft.com/office/drawing/2014/main" id="{883294BB-ED53-B3E0-2624-2C8F1F1A9BF4}"/>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47124" name="Oval 20">
            <a:extLst>
              <a:ext uri="{FF2B5EF4-FFF2-40B4-BE49-F238E27FC236}">
                <a16:creationId xmlns:a16="http://schemas.microsoft.com/office/drawing/2014/main" id="{2714FBB1-FEE0-CC18-A9C0-39782C0C8D8B}"/>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47125" name="Oval 21">
            <a:extLst>
              <a:ext uri="{FF2B5EF4-FFF2-40B4-BE49-F238E27FC236}">
                <a16:creationId xmlns:a16="http://schemas.microsoft.com/office/drawing/2014/main" id="{68933EF6-5C0B-079D-6233-AB8891B0BBC0}"/>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47126" name="Oval 22">
            <a:extLst>
              <a:ext uri="{FF2B5EF4-FFF2-40B4-BE49-F238E27FC236}">
                <a16:creationId xmlns:a16="http://schemas.microsoft.com/office/drawing/2014/main" id="{D3E1A55E-CDE2-1078-05BA-2359D6B2C1A5}"/>
              </a:ext>
            </a:extLst>
          </p:cNvPr>
          <p:cNvSpPr>
            <a:spLocks noChangeArrowheads="1"/>
          </p:cNvSpPr>
          <p:nvPr/>
        </p:nvSpPr>
        <p:spPr bwMode="auto">
          <a:xfrm>
            <a:off x="15240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47127" name="Line 23">
            <a:extLst>
              <a:ext uri="{FF2B5EF4-FFF2-40B4-BE49-F238E27FC236}">
                <a16:creationId xmlns:a16="http://schemas.microsoft.com/office/drawing/2014/main" id="{1DF0D5A5-4B82-0426-952C-A7F7EABAED41}"/>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28" name="Line 24">
            <a:extLst>
              <a:ext uri="{FF2B5EF4-FFF2-40B4-BE49-F238E27FC236}">
                <a16:creationId xmlns:a16="http://schemas.microsoft.com/office/drawing/2014/main" id="{4E00127E-1156-D7F6-1F69-A7B13B8D5B66}"/>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29" name="Line 25">
            <a:extLst>
              <a:ext uri="{FF2B5EF4-FFF2-40B4-BE49-F238E27FC236}">
                <a16:creationId xmlns:a16="http://schemas.microsoft.com/office/drawing/2014/main" id="{33F668C0-ADB3-12C3-2960-6FD8D97C7C5B}"/>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30" name="Text Box 26">
            <a:extLst>
              <a:ext uri="{FF2B5EF4-FFF2-40B4-BE49-F238E27FC236}">
                <a16:creationId xmlns:a16="http://schemas.microsoft.com/office/drawing/2014/main" id="{1415AA87-AFB8-A3A1-1613-9E02B58F205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7131" name="Text Box 27">
            <a:extLst>
              <a:ext uri="{FF2B5EF4-FFF2-40B4-BE49-F238E27FC236}">
                <a16:creationId xmlns:a16="http://schemas.microsoft.com/office/drawing/2014/main" id="{CCABC76A-0248-128E-3A0C-A387B6F1E34D}"/>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7132" name="Text Box 28">
            <a:extLst>
              <a:ext uri="{FF2B5EF4-FFF2-40B4-BE49-F238E27FC236}">
                <a16:creationId xmlns:a16="http://schemas.microsoft.com/office/drawing/2014/main" id="{EDEB99CC-9301-7874-B23E-B06334FBF531}"/>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7133" name="Text Box 29">
            <a:extLst>
              <a:ext uri="{FF2B5EF4-FFF2-40B4-BE49-F238E27FC236}">
                <a16:creationId xmlns:a16="http://schemas.microsoft.com/office/drawing/2014/main" id="{ACD05276-E3F2-728E-0793-91EF71CE5DF2}"/>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47134" name="Text Box 30">
            <a:extLst>
              <a:ext uri="{FF2B5EF4-FFF2-40B4-BE49-F238E27FC236}">
                <a16:creationId xmlns:a16="http://schemas.microsoft.com/office/drawing/2014/main" id="{D2060E01-3FF3-D8D3-FE79-DA8F558FE5D4}"/>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7135" name="Text Box 31">
            <a:extLst>
              <a:ext uri="{FF2B5EF4-FFF2-40B4-BE49-F238E27FC236}">
                <a16:creationId xmlns:a16="http://schemas.microsoft.com/office/drawing/2014/main" id="{8AA94CDF-DCAB-72CB-44D6-D8909F483981}"/>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7136" name="Text Box 32">
            <a:extLst>
              <a:ext uri="{FF2B5EF4-FFF2-40B4-BE49-F238E27FC236}">
                <a16:creationId xmlns:a16="http://schemas.microsoft.com/office/drawing/2014/main" id="{79F908D9-0180-45D6-5D08-14C29E46D3F1}"/>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7137" name="Text Box 33">
            <a:extLst>
              <a:ext uri="{FF2B5EF4-FFF2-40B4-BE49-F238E27FC236}">
                <a16:creationId xmlns:a16="http://schemas.microsoft.com/office/drawing/2014/main" id="{9DFF931C-82F0-5DAB-E001-C2BB141C057A}"/>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7138" name="Text Box 34">
            <a:extLst>
              <a:ext uri="{FF2B5EF4-FFF2-40B4-BE49-F238E27FC236}">
                <a16:creationId xmlns:a16="http://schemas.microsoft.com/office/drawing/2014/main" id="{0C9F9E2F-CD92-76D3-4514-B5C67F133B8B}"/>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47139" name="Text Box 35">
            <a:extLst>
              <a:ext uri="{FF2B5EF4-FFF2-40B4-BE49-F238E27FC236}">
                <a16:creationId xmlns:a16="http://schemas.microsoft.com/office/drawing/2014/main" id="{188A058B-0EAD-2EF5-2926-FFB95B2CC30B}"/>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47140" name="Text Box 36">
            <a:extLst>
              <a:ext uri="{FF2B5EF4-FFF2-40B4-BE49-F238E27FC236}">
                <a16:creationId xmlns:a16="http://schemas.microsoft.com/office/drawing/2014/main" id="{6392BDB9-77CA-E27F-7B38-33EDEE228852}"/>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7141" name="Line 37">
            <a:extLst>
              <a:ext uri="{FF2B5EF4-FFF2-40B4-BE49-F238E27FC236}">
                <a16:creationId xmlns:a16="http://schemas.microsoft.com/office/drawing/2014/main" id="{84E782EF-EDC2-9C93-0213-D2CDCB9B4982}"/>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42" name="Text Box 38">
            <a:extLst>
              <a:ext uri="{FF2B5EF4-FFF2-40B4-BE49-F238E27FC236}">
                <a16:creationId xmlns:a16="http://schemas.microsoft.com/office/drawing/2014/main" id="{8AC284D8-88AD-5B91-6EB6-E6BFE77C028A}"/>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7143" name="Text Box 39">
            <a:extLst>
              <a:ext uri="{FF2B5EF4-FFF2-40B4-BE49-F238E27FC236}">
                <a16:creationId xmlns:a16="http://schemas.microsoft.com/office/drawing/2014/main" id="{5CB577D9-6166-A13D-2A5A-4CC28F31F889}"/>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Update distances of adjacent, unselected nodes</a:t>
            </a:r>
          </a:p>
        </p:txBody>
      </p:sp>
      <p:graphicFrame>
        <p:nvGraphicFramePr>
          <p:cNvPr id="431144" name="Group 40">
            <a:extLst>
              <a:ext uri="{FF2B5EF4-FFF2-40B4-BE49-F238E27FC236}">
                <a16:creationId xmlns:a16="http://schemas.microsoft.com/office/drawing/2014/main" id="{01C82F11-7BA6-5FC2-EE33-125CABC136D9}"/>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r>
                        <a:rPr kumimoji="0" lang="en-US" sz="1600" b="0" i="0" u="none" strike="noStrike" cap="none" normalizeH="0" baseline="0">
                          <a:ln>
                            <a:noFill/>
                          </a:ln>
                          <a:solidFill>
                            <a:srgbClr val="FF0000"/>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25</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18</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7196" name="Freeform 92">
            <a:extLst>
              <a:ext uri="{FF2B5EF4-FFF2-40B4-BE49-F238E27FC236}">
                <a16:creationId xmlns:a16="http://schemas.microsoft.com/office/drawing/2014/main" id="{01626269-F705-DC65-993C-6450C75DD7FB}"/>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7197" name="Text Box 93">
            <a:extLst>
              <a:ext uri="{FF2B5EF4-FFF2-40B4-BE49-F238E27FC236}">
                <a16:creationId xmlns:a16="http://schemas.microsoft.com/office/drawing/2014/main" id="{C0904C9F-5055-042B-D04C-963D2B1BD090}"/>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7198" name="Line 94">
            <a:extLst>
              <a:ext uri="{FF2B5EF4-FFF2-40B4-BE49-F238E27FC236}">
                <a16:creationId xmlns:a16="http://schemas.microsoft.com/office/drawing/2014/main" id="{FF17563D-AA1B-1786-514B-AB05C6C595BA}"/>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id="{21D8F025-FCB1-E560-0682-5C73522BECC4}"/>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8131" name="Line 3">
            <a:extLst>
              <a:ext uri="{FF2B5EF4-FFF2-40B4-BE49-F238E27FC236}">
                <a16:creationId xmlns:a16="http://schemas.microsoft.com/office/drawing/2014/main" id="{6C36172C-B467-99DA-CAB5-9F83397CB8CB}"/>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32" name="Text Box 4">
            <a:extLst>
              <a:ext uri="{FF2B5EF4-FFF2-40B4-BE49-F238E27FC236}">
                <a16:creationId xmlns:a16="http://schemas.microsoft.com/office/drawing/2014/main" id="{A1752F92-48AA-5A92-3D03-537EFB083EC3}"/>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48133" name="Line 5">
            <a:extLst>
              <a:ext uri="{FF2B5EF4-FFF2-40B4-BE49-F238E27FC236}">
                <a16:creationId xmlns:a16="http://schemas.microsoft.com/office/drawing/2014/main" id="{0B9A1ED7-BCDC-9D93-F92A-8CB108251F98}"/>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34" name="Line 6">
            <a:extLst>
              <a:ext uri="{FF2B5EF4-FFF2-40B4-BE49-F238E27FC236}">
                <a16:creationId xmlns:a16="http://schemas.microsoft.com/office/drawing/2014/main" id="{1E7CAB66-4831-B5C1-3E18-1E434E59682F}"/>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35" name="Line 7">
            <a:extLst>
              <a:ext uri="{FF2B5EF4-FFF2-40B4-BE49-F238E27FC236}">
                <a16:creationId xmlns:a16="http://schemas.microsoft.com/office/drawing/2014/main" id="{51DCB7A4-9B3F-B6EB-0C2B-A7CE8258A644}"/>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36" name="Line 8">
            <a:extLst>
              <a:ext uri="{FF2B5EF4-FFF2-40B4-BE49-F238E27FC236}">
                <a16:creationId xmlns:a16="http://schemas.microsoft.com/office/drawing/2014/main" id="{56675CDB-D5C7-760B-40F3-8E7EAAB33AB2}"/>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37" name="Line 9">
            <a:extLst>
              <a:ext uri="{FF2B5EF4-FFF2-40B4-BE49-F238E27FC236}">
                <a16:creationId xmlns:a16="http://schemas.microsoft.com/office/drawing/2014/main" id="{F0941347-2586-BAFD-0B89-3B29DC29963D}"/>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38" name="Line 10">
            <a:extLst>
              <a:ext uri="{FF2B5EF4-FFF2-40B4-BE49-F238E27FC236}">
                <a16:creationId xmlns:a16="http://schemas.microsoft.com/office/drawing/2014/main" id="{0A65D406-E932-C157-4D94-73798F673E00}"/>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39" name="Line 11">
            <a:extLst>
              <a:ext uri="{FF2B5EF4-FFF2-40B4-BE49-F238E27FC236}">
                <a16:creationId xmlns:a16="http://schemas.microsoft.com/office/drawing/2014/main" id="{5069AAC0-6DFD-25E3-DE99-05613D1AF934}"/>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40" name="Line 12">
            <a:extLst>
              <a:ext uri="{FF2B5EF4-FFF2-40B4-BE49-F238E27FC236}">
                <a16:creationId xmlns:a16="http://schemas.microsoft.com/office/drawing/2014/main" id="{9F92755C-F6E5-F4C1-8702-EF6DD1211163}"/>
              </a:ext>
            </a:extLst>
          </p:cNvPr>
          <p:cNvSpPr>
            <a:spLocks noChangeShapeType="1"/>
          </p:cNvSpPr>
          <p:nvPr/>
        </p:nvSpPr>
        <p:spPr bwMode="auto">
          <a:xfrm>
            <a:off x="2178050" y="19812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41" name="Line 13">
            <a:extLst>
              <a:ext uri="{FF2B5EF4-FFF2-40B4-BE49-F238E27FC236}">
                <a16:creationId xmlns:a16="http://schemas.microsoft.com/office/drawing/2014/main" id="{67349154-BE0F-5E79-0149-A1CA58C4ED04}"/>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42" name="Oval 14">
            <a:extLst>
              <a:ext uri="{FF2B5EF4-FFF2-40B4-BE49-F238E27FC236}">
                <a16:creationId xmlns:a16="http://schemas.microsoft.com/office/drawing/2014/main" id="{4B3D0BC9-15AF-18B9-814D-17338C029801}"/>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8143" name="Oval 15">
            <a:extLst>
              <a:ext uri="{FF2B5EF4-FFF2-40B4-BE49-F238E27FC236}">
                <a16:creationId xmlns:a16="http://schemas.microsoft.com/office/drawing/2014/main" id="{168A42D4-364D-0231-5540-109B1F8A2470}"/>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48144" name="Oval 16">
            <a:extLst>
              <a:ext uri="{FF2B5EF4-FFF2-40B4-BE49-F238E27FC236}">
                <a16:creationId xmlns:a16="http://schemas.microsoft.com/office/drawing/2014/main" id="{8FE07A4E-4CAB-7225-29E3-2DF3B6518AA1}"/>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48145" name="Oval 17">
            <a:extLst>
              <a:ext uri="{FF2B5EF4-FFF2-40B4-BE49-F238E27FC236}">
                <a16:creationId xmlns:a16="http://schemas.microsoft.com/office/drawing/2014/main" id="{58B03EFF-A149-0EFD-7843-5DE88B974757}"/>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48146" name="Oval 18">
            <a:extLst>
              <a:ext uri="{FF2B5EF4-FFF2-40B4-BE49-F238E27FC236}">
                <a16:creationId xmlns:a16="http://schemas.microsoft.com/office/drawing/2014/main" id="{DC55EC1B-228F-2A7C-0908-89324EFA282E}"/>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48147" name="Oval 19">
            <a:extLst>
              <a:ext uri="{FF2B5EF4-FFF2-40B4-BE49-F238E27FC236}">
                <a16:creationId xmlns:a16="http://schemas.microsoft.com/office/drawing/2014/main" id="{BCB27423-B261-F26B-B7E5-CB05CDA588A9}"/>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48148" name="Oval 20">
            <a:extLst>
              <a:ext uri="{FF2B5EF4-FFF2-40B4-BE49-F238E27FC236}">
                <a16:creationId xmlns:a16="http://schemas.microsoft.com/office/drawing/2014/main" id="{2422A6A2-B2E4-50FA-F763-F2D644AF7005}"/>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48149" name="Oval 21">
            <a:extLst>
              <a:ext uri="{FF2B5EF4-FFF2-40B4-BE49-F238E27FC236}">
                <a16:creationId xmlns:a16="http://schemas.microsoft.com/office/drawing/2014/main" id="{6CF4C184-8BBC-4BF9-8041-45586B795CF8}"/>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48150" name="Oval 22">
            <a:extLst>
              <a:ext uri="{FF2B5EF4-FFF2-40B4-BE49-F238E27FC236}">
                <a16:creationId xmlns:a16="http://schemas.microsoft.com/office/drawing/2014/main" id="{FBEF4226-D63F-7F8C-DCE3-8C8F5CD5597E}"/>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48151" name="Line 23">
            <a:extLst>
              <a:ext uri="{FF2B5EF4-FFF2-40B4-BE49-F238E27FC236}">
                <a16:creationId xmlns:a16="http://schemas.microsoft.com/office/drawing/2014/main" id="{6872619E-160A-8BE2-5387-90FEC3C66E9E}"/>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52" name="Line 24">
            <a:extLst>
              <a:ext uri="{FF2B5EF4-FFF2-40B4-BE49-F238E27FC236}">
                <a16:creationId xmlns:a16="http://schemas.microsoft.com/office/drawing/2014/main" id="{7B3816BA-B414-84A2-F519-8C2322BE9D16}"/>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53" name="Line 25">
            <a:extLst>
              <a:ext uri="{FF2B5EF4-FFF2-40B4-BE49-F238E27FC236}">
                <a16:creationId xmlns:a16="http://schemas.microsoft.com/office/drawing/2014/main" id="{E4B258EC-04D2-E73B-1B12-811C002A3C3A}"/>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54" name="Text Box 26">
            <a:extLst>
              <a:ext uri="{FF2B5EF4-FFF2-40B4-BE49-F238E27FC236}">
                <a16:creationId xmlns:a16="http://schemas.microsoft.com/office/drawing/2014/main" id="{B8CC019E-9A27-0A18-0565-E03A6D61DE05}"/>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8155" name="Text Box 27">
            <a:extLst>
              <a:ext uri="{FF2B5EF4-FFF2-40B4-BE49-F238E27FC236}">
                <a16:creationId xmlns:a16="http://schemas.microsoft.com/office/drawing/2014/main" id="{DF85AE32-2CF2-6F99-FCD9-BB5A54489672}"/>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8156" name="Text Box 28">
            <a:extLst>
              <a:ext uri="{FF2B5EF4-FFF2-40B4-BE49-F238E27FC236}">
                <a16:creationId xmlns:a16="http://schemas.microsoft.com/office/drawing/2014/main" id="{C465492B-2536-59E1-47B6-A047503F027B}"/>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8157" name="Text Box 29">
            <a:extLst>
              <a:ext uri="{FF2B5EF4-FFF2-40B4-BE49-F238E27FC236}">
                <a16:creationId xmlns:a16="http://schemas.microsoft.com/office/drawing/2014/main" id="{6CAF9F13-E40D-CA3D-FFC5-0814D56B7C80}"/>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48158" name="Text Box 30">
            <a:extLst>
              <a:ext uri="{FF2B5EF4-FFF2-40B4-BE49-F238E27FC236}">
                <a16:creationId xmlns:a16="http://schemas.microsoft.com/office/drawing/2014/main" id="{C47A813B-F9A4-51DD-EFB8-25189BA31762}"/>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8159" name="Text Box 31">
            <a:extLst>
              <a:ext uri="{FF2B5EF4-FFF2-40B4-BE49-F238E27FC236}">
                <a16:creationId xmlns:a16="http://schemas.microsoft.com/office/drawing/2014/main" id="{A70A1D4D-A5BF-5642-E4E4-8AC8B4786453}"/>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8160" name="Text Box 32">
            <a:extLst>
              <a:ext uri="{FF2B5EF4-FFF2-40B4-BE49-F238E27FC236}">
                <a16:creationId xmlns:a16="http://schemas.microsoft.com/office/drawing/2014/main" id="{1D311B9A-66E1-9AB4-1F84-D1A5E36BCB73}"/>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8161" name="Text Box 33">
            <a:extLst>
              <a:ext uri="{FF2B5EF4-FFF2-40B4-BE49-F238E27FC236}">
                <a16:creationId xmlns:a16="http://schemas.microsoft.com/office/drawing/2014/main" id="{67A58D63-0B1D-8B67-994A-427805284607}"/>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8162" name="Text Box 34">
            <a:extLst>
              <a:ext uri="{FF2B5EF4-FFF2-40B4-BE49-F238E27FC236}">
                <a16:creationId xmlns:a16="http://schemas.microsoft.com/office/drawing/2014/main" id="{E378112D-CA99-3F58-21BD-2C3F9BDE7A5E}"/>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48163" name="Text Box 35">
            <a:extLst>
              <a:ext uri="{FF2B5EF4-FFF2-40B4-BE49-F238E27FC236}">
                <a16:creationId xmlns:a16="http://schemas.microsoft.com/office/drawing/2014/main" id="{5E10135B-7E61-64F8-69DB-48DA09D0CA21}"/>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48164" name="Text Box 36">
            <a:extLst>
              <a:ext uri="{FF2B5EF4-FFF2-40B4-BE49-F238E27FC236}">
                <a16:creationId xmlns:a16="http://schemas.microsoft.com/office/drawing/2014/main" id="{0A335065-959C-C9EA-F61D-9E2BB96838E4}"/>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8165" name="Line 37">
            <a:extLst>
              <a:ext uri="{FF2B5EF4-FFF2-40B4-BE49-F238E27FC236}">
                <a16:creationId xmlns:a16="http://schemas.microsoft.com/office/drawing/2014/main" id="{F2CC20A2-92C6-4548-3FBF-E798D1D15D8C}"/>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8166" name="Text Box 38">
            <a:extLst>
              <a:ext uri="{FF2B5EF4-FFF2-40B4-BE49-F238E27FC236}">
                <a16:creationId xmlns:a16="http://schemas.microsoft.com/office/drawing/2014/main" id="{825E7F6F-64B2-7413-01F8-9764ED7A5C5C}"/>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8167" name="Text Box 39">
            <a:extLst>
              <a:ext uri="{FF2B5EF4-FFF2-40B4-BE49-F238E27FC236}">
                <a16:creationId xmlns:a16="http://schemas.microsoft.com/office/drawing/2014/main" id="{7DB8944E-1247-F7A5-F2B5-179D002D3E91}"/>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node with minimum distance</a:t>
            </a:r>
          </a:p>
        </p:txBody>
      </p:sp>
      <p:graphicFrame>
        <p:nvGraphicFramePr>
          <p:cNvPr id="432168" name="Group 40">
            <a:extLst>
              <a:ext uri="{FF2B5EF4-FFF2-40B4-BE49-F238E27FC236}">
                <a16:creationId xmlns:a16="http://schemas.microsoft.com/office/drawing/2014/main" id="{EEE8EAE2-B445-A930-2B67-FC136FA3835B}"/>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25</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18</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8220" name="Freeform 92">
            <a:extLst>
              <a:ext uri="{FF2B5EF4-FFF2-40B4-BE49-F238E27FC236}">
                <a16:creationId xmlns:a16="http://schemas.microsoft.com/office/drawing/2014/main" id="{A8E9F891-F40A-0FE8-CBE9-4F7FA34B92B9}"/>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8221" name="Text Box 93">
            <a:extLst>
              <a:ext uri="{FF2B5EF4-FFF2-40B4-BE49-F238E27FC236}">
                <a16:creationId xmlns:a16="http://schemas.microsoft.com/office/drawing/2014/main" id="{55473DEC-683F-28C9-5EC6-B0DEECF410D8}"/>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8222" name="Line 94">
            <a:extLst>
              <a:ext uri="{FF2B5EF4-FFF2-40B4-BE49-F238E27FC236}">
                <a16:creationId xmlns:a16="http://schemas.microsoft.com/office/drawing/2014/main" id="{DED22406-8369-3025-BC64-67722C6176AE}"/>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95E666F0-ECBB-4ECC-08B8-44D0C4C4DAE7}"/>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9155" name="Line 3">
            <a:extLst>
              <a:ext uri="{FF2B5EF4-FFF2-40B4-BE49-F238E27FC236}">
                <a16:creationId xmlns:a16="http://schemas.microsoft.com/office/drawing/2014/main" id="{39970A93-CCD2-DECA-F0A8-D52DBDB15401}"/>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56" name="Text Box 4">
            <a:extLst>
              <a:ext uri="{FF2B5EF4-FFF2-40B4-BE49-F238E27FC236}">
                <a16:creationId xmlns:a16="http://schemas.microsoft.com/office/drawing/2014/main" id="{68222ED4-6EA0-5DE7-984D-95D048FE0727}"/>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49157" name="Line 5">
            <a:extLst>
              <a:ext uri="{FF2B5EF4-FFF2-40B4-BE49-F238E27FC236}">
                <a16:creationId xmlns:a16="http://schemas.microsoft.com/office/drawing/2014/main" id="{2E31C638-55B1-92E1-8007-B002341CCBA5}"/>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58" name="Line 6">
            <a:extLst>
              <a:ext uri="{FF2B5EF4-FFF2-40B4-BE49-F238E27FC236}">
                <a16:creationId xmlns:a16="http://schemas.microsoft.com/office/drawing/2014/main" id="{ABADE0E5-9369-4A5F-C435-E78DF480FE44}"/>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59" name="Line 7">
            <a:extLst>
              <a:ext uri="{FF2B5EF4-FFF2-40B4-BE49-F238E27FC236}">
                <a16:creationId xmlns:a16="http://schemas.microsoft.com/office/drawing/2014/main" id="{88E3200E-A919-E4B7-E3AD-BDD78B77EB04}"/>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60" name="Line 8">
            <a:extLst>
              <a:ext uri="{FF2B5EF4-FFF2-40B4-BE49-F238E27FC236}">
                <a16:creationId xmlns:a16="http://schemas.microsoft.com/office/drawing/2014/main" id="{8521BAAC-D06F-7202-169B-C71CBCB370A7}"/>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61" name="Line 9">
            <a:extLst>
              <a:ext uri="{FF2B5EF4-FFF2-40B4-BE49-F238E27FC236}">
                <a16:creationId xmlns:a16="http://schemas.microsoft.com/office/drawing/2014/main" id="{BE821DFC-DF98-6342-4A51-012573BBAA6D}"/>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62" name="Line 10">
            <a:extLst>
              <a:ext uri="{FF2B5EF4-FFF2-40B4-BE49-F238E27FC236}">
                <a16:creationId xmlns:a16="http://schemas.microsoft.com/office/drawing/2014/main" id="{6FD5D4E8-2307-15DD-E869-0135E7FB9165}"/>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63" name="Line 11">
            <a:extLst>
              <a:ext uri="{FF2B5EF4-FFF2-40B4-BE49-F238E27FC236}">
                <a16:creationId xmlns:a16="http://schemas.microsoft.com/office/drawing/2014/main" id="{A15DDC78-8221-54A0-930F-7E2E8BF6A751}"/>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64" name="Line 12">
            <a:extLst>
              <a:ext uri="{FF2B5EF4-FFF2-40B4-BE49-F238E27FC236}">
                <a16:creationId xmlns:a16="http://schemas.microsoft.com/office/drawing/2014/main" id="{79BE88F1-129C-9DAA-D73A-5C5B7F9833BA}"/>
              </a:ext>
            </a:extLst>
          </p:cNvPr>
          <p:cNvSpPr>
            <a:spLocks noChangeShapeType="1"/>
          </p:cNvSpPr>
          <p:nvPr/>
        </p:nvSpPr>
        <p:spPr bwMode="auto">
          <a:xfrm>
            <a:off x="2178050" y="19812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65" name="Line 13">
            <a:extLst>
              <a:ext uri="{FF2B5EF4-FFF2-40B4-BE49-F238E27FC236}">
                <a16:creationId xmlns:a16="http://schemas.microsoft.com/office/drawing/2014/main" id="{D62627D8-199D-247B-A5C9-937945815908}"/>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66" name="Oval 14">
            <a:extLst>
              <a:ext uri="{FF2B5EF4-FFF2-40B4-BE49-F238E27FC236}">
                <a16:creationId xmlns:a16="http://schemas.microsoft.com/office/drawing/2014/main" id="{DAC02183-02F8-96FA-9C1D-509895F4ADEA}"/>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9167" name="Oval 15">
            <a:extLst>
              <a:ext uri="{FF2B5EF4-FFF2-40B4-BE49-F238E27FC236}">
                <a16:creationId xmlns:a16="http://schemas.microsoft.com/office/drawing/2014/main" id="{71C30F8E-3D45-189D-879E-52A21F2FD408}"/>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49168" name="Oval 16">
            <a:extLst>
              <a:ext uri="{FF2B5EF4-FFF2-40B4-BE49-F238E27FC236}">
                <a16:creationId xmlns:a16="http://schemas.microsoft.com/office/drawing/2014/main" id="{BCAE1B2E-6FE7-FCA8-4B31-ECC3D4E0E19A}"/>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49169" name="Oval 17">
            <a:extLst>
              <a:ext uri="{FF2B5EF4-FFF2-40B4-BE49-F238E27FC236}">
                <a16:creationId xmlns:a16="http://schemas.microsoft.com/office/drawing/2014/main" id="{F0D84FC9-A277-F3EE-AB69-92BBDB32CC91}"/>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49170" name="Oval 18">
            <a:extLst>
              <a:ext uri="{FF2B5EF4-FFF2-40B4-BE49-F238E27FC236}">
                <a16:creationId xmlns:a16="http://schemas.microsoft.com/office/drawing/2014/main" id="{61461802-8304-6B17-332D-543A1534A84E}"/>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49171" name="Oval 19">
            <a:extLst>
              <a:ext uri="{FF2B5EF4-FFF2-40B4-BE49-F238E27FC236}">
                <a16:creationId xmlns:a16="http://schemas.microsoft.com/office/drawing/2014/main" id="{DBA4A7E7-6146-A266-5820-48481F5D8A85}"/>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49172" name="Oval 20">
            <a:extLst>
              <a:ext uri="{FF2B5EF4-FFF2-40B4-BE49-F238E27FC236}">
                <a16:creationId xmlns:a16="http://schemas.microsoft.com/office/drawing/2014/main" id="{EB1BB2A8-A4F9-5858-9D3C-169AE9C74920}"/>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49173" name="Oval 21">
            <a:extLst>
              <a:ext uri="{FF2B5EF4-FFF2-40B4-BE49-F238E27FC236}">
                <a16:creationId xmlns:a16="http://schemas.microsoft.com/office/drawing/2014/main" id="{B360225D-A014-3F53-9310-6DE1DB6CBBFF}"/>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49174" name="Oval 22">
            <a:extLst>
              <a:ext uri="{FF2B5EF4-FFF2-40B4-BE49-F238E27FC236}">
                <a16:creationId xmlns:a16="http://schemas.microsoft.com/office/drawing/2014/main" id="{162CE750-20DC-046D-A1D4-E7AC18027D33}"/>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49175" name="Line 23">
            <a:extLst>
              <a:ext uri="{FF2B5EF4-FFF2-40B4-BE49-F238E27FC236}">
                <a16:creationId xmlns:a16="http://schemas.microsoft.com/office/drawing/2014/main" id="{3A772755-4CDE-3C8A-BBFD-BFAE2D5D9831}"/>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76" name="Line 24">
            <a:extLst>
              <a:ext uri="{FF2B5EF4-FFF2-40B4-BE49-F238E27FC236}">
                <a16:creationId xmlns:a16="http://schemas.microsoft.com/office/drawing/2014/main" id="{925EF404-5AEF-A562-795D-627E371C8322}"/>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77" name="Line 25">
            <a:extLst>
              <a:ext uri="{FF2B5EF4-FFF2-40B4-BE49-F238E27FC236}">
                <a16:creationId xmlns:a16="http://schemas.microsoft.com/office/drawing/2014/main" id="{5C368A53-F0A0-6C95-0B06-826CB49370CE}"/>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78" name="Text Box 26">
            <a:extLst>
              <a:ext uri="{FF2B5EF4-FFF2-40B4-BE49-F238E27FC236}">
                <a16:creationId xmlns:a16="http://schemas.microsoft.com/office/drawing/2014/main" id="{F82A8A49-94A9-D334-E71B-93FF892670B2}"/>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9179" name="Text Box 27">
            <a:extLst>
              <a:ext uri="{FF2B5EF4-FFF2-40B4-BE49-F238E27FC236}">
                <a16:creationId xmlns:a16="http://schemas.microsoft.com/office/drawing/2014/main" id="{B0B1677F-6B4F-27C6-64F6-DFB0892B5F88}"/>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9180" name="Text Box 28">
            <a:extLst>
              <a:ext uri="{FF2B5EF4-FFF2-40B4-BE49-F238E27FC236}">
                <a16:creationId xmlns:a16="http://schemas.microsoft.com/office/drawing/2014/main" id="{D1642D34-FA62-6B5E-4EC0-BFBD0D708D03}"/>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9181" name="Text Box 29">
            <a:extLst>
              <a:ext uri="{FF2B5EF4-FFF2-40B4-BE49-F238E27FC236}">
                <a16:creationId xmlns:a16="http://schemas.microsoft.com/office/drawing/2014/main" id="{9D6C959D-3A88-A2A8-82AA-22E0B822FC02}"/>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49182" name="Text Box 30">
            <a:extLst>
              <a:ext uri="{FF2B5EF4-FFF2-40B4-BE49-F238E27FC236}">
                <a16:creationId xmlns:a16="http://schemas.microsoft.com/office/drawing/2014/main" id="{60EEFFA9-D781-C9B2-EFF7-1D3BA2F52A44}"/>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9183" name="Text Box 31">
            <a:extLst>
              <a:ext uri="{FF2B5EF4-FFF2-40B4-BE49-F238E27FC236}">
                <a16:creationId xmlns:a16="http://schemas.microsoft.com/office/drawing/2014/main" id="{89CEEEE8-4C1D-19AF-AD8F-C99805E5F654}"/>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49184" name="Text Box 32">
            <a:extLst>
              <a:ext uri="{FF2B5EF4-FFF2-40B4-BE49-F238E27FC236}">
                <a16:creationId xmlns:a16="http://schemas.microsoft.com/office/drawing/2014/main" id="{EAEF049C-4DD2-2B54-F0D3-D9C5E82FFB61}"/>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9185" name="Text Box 33">
            <a:extLst>
              <a:ext uri="{FF2B5EF4-FFF2-40B4-BE49-F238E27FC236}">
                <a16:creationId xmlns:a16="http://schemas.microsoft.com/office/drawing/2014/main" id="{7643B1D1-493C-16A2-4B44-077139CCB909}"/>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49186" name="Text Box 34">
            <a:extLst>
              <a:ext uri="{FF2B5EF4-FFF2-40B4-BE49-F238E27FC236}">
                <a16:creationId xmlns:a16="http://schemas.microsoft.com/office/drawing/2014/main" id="{F60D051E-4C79-87E9-F353-DDBBA75D8CC5}"/>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49187" name="Text Box 35">
            <a:extLst>
              <a:ext uri="{FF2B5EF4-FFF2-40B4-BE49-F238E27FC236}">
                <a16:creationId xmlns:a16="http://schemas.microsoft.com/office/drawing/2014/main" id="{E8B7A225-40FE-951D-2B9E-6138C7321F6A}"/>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49188" name="Text Box 36">
            <a:extLst>
              <a:ext uri="{FF2B5EF4-FFF2-40B4-BE49-F238E27FC236}">
                <a16:creationId xmlns:a16="http://schemas.microsoft.com/office/drawing/2014/main" id="{23B7DC71-8E6E-7232-E854-826B2EC35779}"/>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49189" name="Line 37">
            <a:extLst>
              <a:ext uri="{FF2B5EF4-FFF2-40B4-BE49-F238E27FC236}">
                <a16:creationId xmlns:a16="http://schemas.microsoft.com/office/drawing/2014/main" id="{38A65059-D32C-BDB5-21B5-7E47EBFE94F3}"/>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190" name="Text Box 38">
            <a:extLst>
              <a:ext uri="{FF2B5EF4-FFF2-40B4-BE49-F238E27FC236}">
                <a16:creationId xmlns:a16="http://schemas.microsoft.com/office/drawing/2014/main" id="{695CE4CD-8DD1-69E8-6DDF-8DAC01F3753B}"/>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49191" name="Text Box 39">
            <a:extLst>
              <a:ext uri="{FF2B5EF4-FFF2-40B4-BE49-F238E27FC236}">
                <a16:creationId xmlns:a16="http://schemas.microsoft.com/office/drawing/2014/main" id="{5A9F8BB1-7F7F-5C8A-3D79-A85045C18571}"/>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Update distances of adjacent, unselected nodes</a:t>
            </a:r>
          </a:p>
        </p:txBody>
      </p:sp>
      <p:graphicFrame>
        <p:nvGraphicFramePr>
          <p:cNvPr id="451624" name="Group 40">
            <a:extLst>
              <a:ext uri="{FF2B5EF4-FFF2-40B4-BE49-F238E27FC236}">
                <a16:creationId xmlns:a16="http://schemas.microsoft.com/office/drawing/2014/main" id="{2E37F619-AF18-5E9B-3C85-06600F4DD5EF}"/>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7</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18</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9244" name="Freeform 92">
            <a:extLst>
              <a:ext uri="{FF2B5EF4-FFF2-40B4-BE49-F238E27FC236}">
                <a16:creationId xmlns:a16="http://schemas.microsoft.com/office/drawing/2014/main" id="{FE3039C8-3442-EE9E-E0E8-3AF522B0E579}"/>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49245" name="Text Box 93">
            <a:extLst>
              <a:ext uri="{FF2B5EF4-FFF2-40B4-BE49-F238E27FC236}">
                <a16:creationId xmlns:a16="http://schemas.microsoft.com/office/drawing/2014/main" id="{840C9317-BFE8-850B-C730-3D1AEEC6F1C6}"/>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49246" name="Line 94">
            <a:extLst>
              <a:ext uri="{FF2B5EF4-FFF2-40B4-BE49-F238E27FC236}">
                <a16:creationId xmlns:a16="http://schemas.microsoft.com/office/drawing/2014/main" id="{9DD55C18-7E1A-8675-964F-CACE2DE20D12}"/>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4B51FE6D-C639-C315-5892-4EDB6EA370E4}"/>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0179" name="Line 3">
            <a:extLst>
              <a:ext uri="{FF2B5EF4-FFF2-40B4-BE49-F238E27FC236}">
                <a16:creationId xmlns:a16="http://schemas.microsoft.com/office/drawing/2014/main" id="{CAE4E350-4925-C329-0865-1D057AE7ADD9}"/>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0" name="Text Box 4">
            <a:extLst>
              <a:ext uri="{FF2B5EF4-FFF2-40B4-BE49-F238E27FC236}">
                <a16:creationId xmlns:a16="http://schemas.microsoft.com/office/drawing/2014/main" id="{9C0015AA-2D88-30FC-E6F6-C7C7209D169A}"/>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0181" name="Line 5">
            <a:extLst>
              <a:ext uri="{FF2B5EF4-FFF2-40B4-BE49-F238E27FC236}">
                <a16:creationId xmlns:a16="http://schemas.microsoft.com/office/drawing/2014/main" id="{B1B1332C-D25D-FB42-ED5D-F2A45197CFD6}"/>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2" name="Line 6">
            <a:extLst>
              <a:ext uri="{FF2B5EF4-FFF2-40B4-BE49-F238E27FC236}">
                <a16:creationId xmlns:a16="http://schemas.microsoft.com/office/drawing/2014/main" id="{8275D4BC-E48C-56BD-9029-865D3D93150F}"/>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3" name="Line 7">
            <a:extLst>
              <a:ext uri="{FF2B5EF4-FFF2-40B4-BE49-F238E27FC236}">
                <a16:creationId xmlns:a16="http://schemas.microsoft.com/office/drawing/2014/main" id="{73585058-0CC5-7FD5-A4BD-C44D079C3442}"/>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4" name="Line 8">
            <a:extLst>
              <a:ext uri="{FF2B5EF4-FFF2-40B4-BE49-F238E27FC236}">
                <a16:creationId xmlns:a16="http://schemas.microsoft.com/office/drawing/2014/main" id="{32E56271-281D-E6E6-363A-802DB94419C6}"/>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5" name="Line 9">
            <a:extLst>
              <a:ext uri="{FF2B5EF4-FFF2-40B4-BE49-F238E27FC236}">
                <a16:creationId xmlns:a16="http://schemas.microsoft.com/office/drawing/2014/main" id="{3D11B6CB-45E8-2459-07EF-DDE1E8363BE7}"/>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6" name="Line 10">
            <a:extLst>
              <a:ext uri="{FF2B5EF4-FFF2-40B4-BE49-F238E27FC236}">
                <a16:creationId xmlns:a16="http://schemas.microsoft.com/office/drawing/2014/main" id="{FB64D557-3593-DD0E-17BD-6468125362BF}"/>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7" name="Line 11">
            <a:extLst>
              <a:ext uri="{FF2B5EF4-FFF2-40B4-BE49-F238E27FC236}">
                <a16:creationId xmlns:a16="http://schemas.microsoft.com/office/drawing/2014/main" id="{71FFC5B4-D47B-F628-67A7-D3B9CB48D473}"/>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8" name="Line 12">
            <a:extLst>
              <a:ext uri="{FF2B5EF4-FFF2-40B4-BE49-F238E27FC236}">
                <a16:creationId xmlns:a16="http://schemas.microsoft.com/office/drawing/2014/main" id="{7BB8A2BA-CD8C-A0CA-2B1C-C8F7FBA2D37A}"/>
              </a:ext>
            </a:extLst>
          </p:cNvPr>
          <p:cNvSpPr>
            <a:spLocks noChangeShapeType="1"/>
          </p:cNvSpPr>
          <p:nvPr/>
        </p:nvSpPr>
        <p:spPr bwMode="auto">
          <a:xfrm>
            <a:off x="2178050" y="19812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9" name="Line 13">
            <a:extLst>
              <a:ext uri="{FF2B5EF4-FFF2-40B4-BE49-F238E27FC236}">
                <a16:creationId xmlns:a16="http://schemas.microsoft.com/office/drawing/2014/main" id="{926EB342-577E-E677-C99B-CBDDDB53D569}"/>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90" name="Oval 14">
            <a:extLst>
              <a:ext uri="{FF2B5EF4-FFF2-40B4-BE49-F238E27FC236}">
                <a16:creationId xmlns:a16="http://schemas.microsoft.com/office/drawing/2014/main" id="{6B0AFF6F-A5CD-5B54-3961-FFBFB7283AA8}"/>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0191" name="Oval 15">
            <a:extLst>
              <a:ext uri="{FF2B5EF4-FFF2-40B4-BE49-F238E27FC236}">
                <a16:creationId xmlns:a16="http://schemas.microsoft.com/office/drawing/2014/main" id="{A75F12D5-318F-9EF9-0D86-9E24BA20C222}"/>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0192" name="Oval 16">
            <a:extLst>
              <a:ext uri="{FF2B5EF4-FFF2-40B4-BE49-F238E27FC236}">
                <a16:creationId xmlns:a16="http://schemas.microsoft.com/office/drawing/2014/main" id="{06C30541-35B3-690C-B43D-B05DB5F405FA}"/>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0193" name="Oval 17">
            <a:extLst>
              <a:ext uri="{FF2B5EF4-FFF2-40B4-BE49-F238E27FC236}">
                <a16:creationId xmlns:a16="http://schemas.microsoft.com/office/drawing/2014/main" id="{304C66E6-02A0-78E1-F8A9-515C45B6E8C1}"/>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0194" name="Oval 18">
            <a:extLst>
              <a:ext uri="{FF2B5EF4-FFF2-40B4-BE49-F238E27FC236}">
                <a16:creationId xmlns:a16="http://schemas.microsoft.com/office/drawing/2014/main" id="{DCA66D16-4D03-0D85-F9BB-E7B10E5C3A76}"/>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0195" name="Oval 19">
            <a:extLst>
              <a:ext uri="{FF2B5EF4-FFF2-40B4-BE49-F238E27FC236}">
                <a16:creationId xmlns:a16="http://schemas.microsoft.com/office/drawing/2014/main" id="{4565AA12-A982-CBB3-55CC-DA251655598E}"/>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0196" name="Oval 20">
            <a:extLst>
              <a:ext uri="{FF2B5EF4-FFF2-40B4-BE49-F238E27FC236}">
                <a16:creationId xmlns:a16="http://schemas.microsoft.com/office/drawing/2014/main" id="{F81F490A-8515-C5F1-9C68-F85F9AAEC979}"/>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0197" name="Oval 21">
            <a:extLst>
              <a:ext uri="{FF2B5EF4-FFF2-40B4-BE49-F238E27FC236}">
                <a16:creationId xmlns:a16="http://schemas.microsoft.com/office/drawing/2014/main" id="{AEF1BF98-B9EC-84BC-95CE-25F1B0F3B1C0}"/>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0198" name="Oval 22">
            <a:extLst>
              <a:ext uri="{FF2B5EF4-FFF2-40B4-BE49-F238E27FC236}">
                <a16:creationId xmlns:a16="http://schemas.microsoft.com/office/drawing/2014/main" id="{7CFBD0C4-ED46-77E2-0D65-986D39BFE6B8}"/>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0199" name="Line 23">
            <a:extLst>
              <a:ext uri="{FF2B5EF4-FFF2-40B4-BE49-F238E27FC236}">
                <a16:creationId xmlns:a16="http://schemas.microsoft.com/office/drawing/2014/main" id="{390A8284-74DA-7250-FB38-B25B749D15A3}"/>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200" name="Line 24">
            <a:extLst>
              <a:ext uri="{FF2B5EF4-FFF2-40B4-BE49-F238E27FC236}">
                <a16:creationId xmlns:a16="http://schemas.microsoft.com/office/drawing/2014/main" id="{00DF170F-EFA7-5720-CB67-EBDFF6CCCBFC}"/>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201" name="Line 25">
            <a:extLst>
              <a:ext uri="{FF2B5EF4-FFF2-40B4-BE49-F238E27FC236}">
                <a16:creationId xmlns:a16="http://schemas.microsoft.com/office/drawing/2014/main" id="{F33A07A2-70C6-FD7B-574A-AE5C0268D433}"/>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202" name="Text Box 26">
            <a:extLst>
              <a:ext uri="{FF2B5EF4-FFF2-40B4-BE49-F238E27FC236}">
                <a16:creationId xmlns:a16="http://schemas.microsoft.com/office/drawing/2014/main" id="{EEEF745B-C610-B438-0C36-FDB24A464C1C}"/>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0203" name="Text Box 27">
            <a:extLst>
              <a:ext uri="{FF2B5EF4-FFF2-40B4-BE49-F238E27FC236}">
                <a16:creationId xmlns:a16="http://schemas.microsoft.com/office/drawing/2014/main" id="{529C43D2-6AE0-9B60-2E89-EEB87547AFE0}"/>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0204" name="Text Box 28">
            <a:extLst>
              <a:ext uri="{FF2B5EF4-FFF2-40B4-BE49-F238E27FC236}">
                <a16:creationId xmlns:a16="http://schemas.microsoft.com/office/drawing/2014/main" id="{89E2353D-6A76-3A69-5CBB-020CEFA79546}"/>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0205" name="Text Box 29">
            <a:extLst>
              <a:ext uri="{FF2B5EF4-FFF2-40B4-BE49-F238E27FC236}">
                <a16:creationId xmlns:a16="http://schemas.microsoft.com/office/drawing/2014/main" id="{72E75058-20EF-DCB5-D6CD-02451E642BF9}"/>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0206" name="Text Box 30">
            <a:extLst>
              <a:ext uri="{FF2B5EF4-FFF2-40B4-BE49-F238E27FC236}">
                <a16:creationId xmlns:a16="http://schemas.microsoft.com/office/drawing/2014/main" id="{922E7D2E-B833-CE5F-A5F0-FBBA8EAD3FC4}"/>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0207" name="Text Box 31">
            <a:extLst>
              <a:ext uri="{FF2B5EF4-FFF2-40B4-BE49-F238E27FC236}">
                <a16:creationId xmlns:a16="http://schemas.microsoft.com/office/drawing/2014/main" id="{304399DB-967B-8567-694C-9614E2D2413E}"/>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0208" name="Text Box 32">
            <a:extLst>
              <a:ext uri="{FF2B5EF4-FFF2-40B4-BE49-F238E27FC236}">
                <a16:creationId xmlns:a16="http://schemas.microsoft.com/office/drawing/2014/main" id="{52CA4DAC-F7EB-A6CC-50A2-DF91335F9187}"/>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0209" name="Text Box 33">
            <a:extLst>
              <a:ext uri="{FF2B5EF4-FFF2-40B4-BE49-F238E27FC236}">
                <a16:creationId xmlns:a16="http://schemas.microsoft.com/office/drawing/2014/main" id="{AB4A64E1-550B-B486-2C68-0E0EE8B8B6B7}"/>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0210" name="Text Box 34">
            <a:extLst>
              <a:ext uri="{FF2B5EF4-FFF2-40B4-BE49-F238E27FC236}">
                <a16:creationId xmlns:a16="http://schemas.microsoft.com/office/drawing/2014/main" id="{061F2B1E-E4BC-440D-8F2E-48B17E153ECB}"/>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0211" name="Text Box 35">
            <a:extLst>
              <a:ext uri="{FF2B5EF4-FFF2-40B4-BE49-F238E27FC236}">
                <a16:creationId xmlns:a16="http://schemas.microsoft.com/office/drawing/2014/main" id="{A5CB42AE-97CE-0103-4A03-5D020A93DBB4}"/>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0212" name="Text Box 36">
            <a:extLst>
              <a:ext uri="{FF2B5EF4-FFF2-40B4-BE49-F238E27FC236}">
                <a16:creationId xmlns:a16="http://schemas.microsoft.com/office/drawing/2014/main" id="{4C0F35F7-9E54-AD86-3255-AC2010717D65}"/>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0213" name="Line 37">
            <a:extLst>
              <a:ext uri="{FF2B5EF4-FFF2-40B4-BE49-F238E27FC236}">
                <a16:creationId xmlns:a16="http://schemas.microsoft.com/office/drawing/2014/main" id="{E6BA4684-C1D6-DF5B-E39B-6C1C8BE86E18}"/>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214" name="Text Box 38">
            <a:extLst>
              <a:ext uri="{FF2B5EF4-FFF2-40B4-BE49-F238E27FC236}">
                <a16:creationId xmlns:a16="http://schemas.microsoft.com/office/drawing/2014/main" id="{D1AE15A8-775F-D9B3-2582-D908EB542708}"/>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0215" name="Text Box 39">
            <a:extLst>
              <a:ext uri="{FF2B5EF4-FFF2-40B4-BE49-F238E27FC236}">
                <a16:creationId xmlns:a16="http://schemas.microsoft.com/office/drawing/2014/main" id="{14142316-3732-CC80-440C-82C7D3409192}"/>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node with minimum distance</a:t>
            </a:r>
          </a:p>
        </p:txBody>
      </p:sp>
      <p:graphicFrame>
        <p:nvGraphicFramePr>
          <p:cNvPr id="433192" name="Group 40">
            <a:extLst>
              <a:ext uri="{FF2B5EF4-FFF2-40B4-BE49-F238E27FC236}">
                <a16:creationId xmlns:a16="http://schemas.microsoft.com/office/drawing/2014/main" id="{C19B458D-DD7C-9B2C-5967-9EDACD82576D}"/>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r>
                        <a:rPr kumimoji="0" lang="en-US" sz="1600" b="0" i="0" u="none" strike="noStrike" cap="none" normalizeH="0" baseline="0">
                          <a:ln>
                            <a:noFill/>
                          </a:ln>
                          <a:solidFill>
                            <a:schemeClr val="tx1"/>
                          </a:solidFill>
                          <a:effectLst/>
                          <a:latin typeface="Times New Roman" pitchFamily="18" charset="0"/>
                        </a:rPr>
                        <a: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7</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18</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0268" name="Freeform 92">
            <a:extLst>
              <a:ext uri="{FF2B5EF4-FFF2-40B4-BE49-F238E27FC236}">
                <a16:creationId xmlns:a16="http://schemas.microsoft.com/office/drawing/2014/main" id="{7FF7F9A5-C445-0324-CBC4-10FAC99F6EA2}"/>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0269" name="Text Box 93">
            <a:extLst>
              <a:ext uri="{FF2B5EF4-FFF2-40B4-BE49-F238E27FC236}">
                <a16:creationId xmlns:a16="http://schemas.microsoft.com/office/drawing/2014/main" id="{8FC3BAD8-DEB5-5266-6492-8F6F2D69C588}"/>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0270" name="Line 94">
            <a:extLst>
              <a:ext uri="{FF2B5EF4-FFF2-40B4-BE49-F238E27FC236}">
                <a16:creationId xmlns:a16="http://schemas.microsoft.com/office/drawing/2014/main" id="{CE6B3524-DFC9-F996-6576-58A839D782A6}"/>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3">
            <a:extLst>
              <a:ext uri="{FF2B5EF4-FFF2-40B4-BE49-F238E27FC236}">
                <a16:creationId xmlns:a16="http://schemas.microsoft.com/office/drawing/2014/main" id="{BB369BA8-4560-8ADE-C379-77D614A2B7FB}"/>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1203" name="Line 4">
            <a:extLst>
              <a:ext uri="{FF2B5EF4-FFF2-40B4-BE49-F238E27FC236}">
                <a16:creationId xmlns:a16="http://schemas.microsoft.com/office/drawing/2014/main" id="{CBFAF102-C060-3AF5-1DD0-1F6331CF7B64}"/>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04" name="Text Box 5">
            <a:extLst>
              <a:ext uri="{FF2B5EF4-FFF2-40B4-BE49-F238E27FC236}">
                <a16:creationId xmlns:a16="http://schemas.microsoft.com/office/drawing/2014/main" id="{D3F80CC4-E291-E3C6-6FEE-1A65BD5EDD9E}"/>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1205" name="Line 6">
            <a:extLst>
              <a:ext uri="{FF2B5EF4-FFF2-40B4-BE49-F238E27FC236}">
                <a16:creationId xmlns:a16="http://schemas.microsoft.com/office/drawing/2014/main" id="{8C1B9F73-86B9-2C14-61B0-3F02A17BFB05}"/>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06" name="Line 7">
            <a:extLst>
              <a:ext uri="{FF2B5EF4-FFF2-40B4-BE49-F238E27FC236}">
                <a16:creationId xmlns:a16="http://schemas.microsoft.com/office/drawing/2014/main" id="{F63A58A8-2D54-D67B-32EC-647883E411AE}"/>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07" name="Line 8">
            <a:extLst>
              <a:ext uri="{FF2B5EF4-FFF2-40B4-BE49-F238E27FC236}">
                <a16:creationId xmlns:a16="http://schemas.microsoft.com/office/drawing/2014/main" id="{AFFC7E2C-064C-10A6-AE25-22BD23397033}"/>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08" name="Line 9">
            <a:extLst>
              <a:ext uri="{FF2B5EF4-FFF2-40B4-BE49-F238E27FC236}">
                <a16:creationId xmlns:a16="http://schemas.microsoft.com/office/drawing/2014/main" id="{C121660F-78F5-85A1-041B-04FA65130731}"/>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09" name="Line 10">
            <a:extLst>
              <a:ext uri="{FF2B5EF4-FFF2-40B4-BE49-F238E27FC236}">
                <a16:creationId xmlns:a16="http://schemas.microsoft.com/office/drawing/2014/main" id="{A4B6116D-40B6-4CE3-E9BC-07A6FE2FB593}"/>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10" name="Line 11">
            <a:extLst>
              <a:ext uri="{FF2B5EF4-FFF2-40B4-BE49-F238E27FC236}">
                <a16:creationId xmlns:a16="http://schemas.microsoft.com/office/drawing/2014/main" id="{2A247C15-F4E7-1F29-821A-8DCF6CD5B3D9}"/>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11" name="Line 12">
            <a:extLst>
              <a:ext uri="{FF2B5EF4-FFF2-40B4-BE49-F238E27FC236}">
                <a16:creationId xmlns:a16="http://schemas.microsoft.com/office/drawing/2014/main" id="{1E89595F-D2E3-B4B4-1F0E-C39966AE2100}"/>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12" name="Line 13">
            <a:extLst>
              <a:ext uri="{FF2B5EF4-FFF2-40B4-BE49-F238E27FC236}">
                <a16:creationId xmlns:a16="http://schemas.microsoft.com/office/drawing/2014/main" id="{407FC2BA-5CC4-7036-8967-9BF91FDE6BC2}"/>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13" name="Line 14">
            <a:extLst>
              <a:ext uri="{FF2B5EF4-FFF2-40B4-BE49-F238E27FC236}">
                <a16:creationId xmlns:a16="http://schemas.microsoft.com/office/drawing/2014/main" id="{4C643199-5E90-2C89-7E28-AA40A605CBAC}"/>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14" name="Oval 15">
            <a:extLst>
              <a:ext uri="{FF2B5EF4-FFF2-40B4-BE49-F238E27FC236}">
                <a16:creationId xmlns:a16="http://schemas.microsoft.com/office/drawing/2014/main" id="{40ED2754-3D57-33C6-441F-12C8CA40EED5}"/>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1215" name="Oval 16">
            <a:extLst>
              <a:ext uri="{FF2B5EF4-FFF2-40B4-BE49-F238E27FC236}">
                <a16:creationId xmlns:a16="http://schemas.microsoft.com/office/drawing/2014/main" id="{2435A969-A74B-6471-A6D1-F29BD0BD9F9C}"/>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1216" name="Oval 17">
            <a:extLst>
              <a:ext uri="{FF2B5EF4-FFF2-40B4-BE49-F238E27FC236}">
                <a16:creationId xmlns:a16="http://schemas.microsoft.com/office/drawing/2014/main" id="{E7A0F981-BE9A-75CC-8BB9-0DA44BABF4B6}"/>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1217" name="Oval 18">
            <a:extLst>
              <a:ext uri="{FF2B5EF4-FFF2-40B4-BE49-F238E27FC236}">
                <a16:creationId xmlns:a16="http://schemas.microsoft.com/office/drawing/2014/main" id="{5B81A3BB-CE25-0B00-2EEA-647D3C6203DC}"/>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1218" name="Oval 19">
            <a:extLst>
              <a:ext uri="{FF2B5EF4-FFF2-40B4-BE49-F238E27FC236}">
                <a16:creationId xmlns:a16="http://schemas.microsoft.com/office/drawing/2014/main" id="{30886EA7-F0CB-B6AA-44F2-E5DF6A5E4E99}"/>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1219" name="Oval 20">
            <a:extLst>
              <a:ext uri="{FF2B5EF4-FFF2-40B4-BE49-F238E27FC236}">
                <a16:creationId xmlns:a16="http://schemas.microsoft.com/office/drawing/2014/main" id="{51E77AEA-F880-F0D1-C41B-2F984270DC07}"/>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1220" name="Oval 21">
            <a:extLst>
              <a:ext uri="{FF2B5EF4-FFF2-40B4-BE49-F238E27FC236}">
                <a16:creationId xmlns:a16="http://schemas.microsoft.com/office/drawing/2014/main" id="{B52742C9-0799-41F6-BE8A-6DE9430BAE1F}"/>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1221" name="Oval 22">
            <a:extLst>
              <a:ext uri="{FF2B5EF4-FFF2-40B4-BE49-F238E27FC236}">
                <a16:creationId xmlns:a16="http://schemas.microsoft.com/office/drawing/2014/main" id="{1E6E8911-F7C5-D605-DC3E-001A72AF2450}"/>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1222" name="Oval 23">
            <a:extLst>
              <a:ext uri="{FF2B5EF4-FFF2-40B4-BE49-F238E27FC236}">
                <a16:creationId xmlns:a16="http://schemas.microsoft.com/office/drawing/2014/main" id="{18520485-72BB-5E7A-EEAC-017CE60224AE}"/>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1223" name="Line 24">
            <a:extLst>
              <a:ext uri="{FF2B5EF4-FFF2-40B4-BE49-F238E27FC236}">
                <a16:creationId xmlns:a16="http://schemas.microsoft.com/office/drawing/2014/main" id="{D37EFD26-4911-4EBD-4AAB-C60047C02CCA}"/>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24" name="Line 25">
            <a:extLst>
              <a:ext uri="{FF2B5EF4-FFF2-40B4-BE49-F238E27FC236}">
                <a16:creationId xmlns:a16="http://schemas.microsoft.com/office/drawing/2014/main" id="{84A811F1-99C0-D0FC-8493-AC53A76CCF94}"/>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25" name="Line 26">
            <a:extLst>
              <a:ext uri="{FF2B5EF4-FFF2-40B4-BE49-F238E27FC236}">
                <a16:creationId xmlns:a16="http://schemas.microsoft.com/office/drawing/2014/main" id="{F217E708-2ABF-4EDA-8596-51C974BC40B7}"/>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26" name="Text Box 27">
            <a:extLst>
              <a:ext uri="{FF2B5EF4-FFF2-40B4-BE49-F238E27FC236}">
                <a16:creationId xmlns:a16="http://schemas.microsoft.com/office/drawing/2014/main" id="{1505722F-8577-1515-89ED-ECB486FD13C1}"/>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1227" name="Text Box 28">
            <a:extLst>
              <a:ext uri="{FF2B5EF4-FFF2-40B4-BE49-F238E27FC236}">
                <a16:creationId xmlns:a16="http://schemas.microsoft.com/office/drawing/2014/main" id="{F0D2FC8C-3C4A-69A9-6B49-26B21D317B86}"/>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1228" name="Text Box 29">
            <a:extLst>
              <a:ext uri="{FF2B5EF4-FFF2-40B4-BE49-F238E27FC236}">
                <a16:creationId xmlns:a16="http://schemas.microsoft.com/office/drawing/2014/main" id="{989ADE54-80D5-75C9-0BC1-34B680DC91B5}"/>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1229" name="Text Box 30">
            <a:extLst>
              <a:ext uri="{FF2B5EF4-FFF2-40B4-BE49-F238E27FC236}">
                <a16:creationId xmlns:a16="http://schemas.microsoft.com/office/drawing/2014/main" id="{797C7042-FC94-5351-EAAE-139EF0577904}"/>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1230" name="Text Box 31">
            <a:extLst>
              <a:ext uri="{FF2B5EF4-FFF2-40B4-BE49-F238E27FC236}">
                <a16:creationId xmlns:a16="http://schemas.microsoft.com/office/drawing/2014/main" id="{97833EE1-7069-66C1-6627-4ACC3FEE36EA}"/>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1231" name="Text Box 32">
            <a:extLst>
              <a:ext uri="{FF2B5EF4-FFF2-40B4-BE49-F238E27FC236}">
                <a16:creationId xmlns:a16="http://schemas.microsoft.com/office/drawing/2014/main" id="{AC038E81-872E-ACB3-B364-D0DEE60F2CDE}"/>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1232" name="Text Box 33">
            <a:extLst>
              <a:ext uri="{FF2B5EF4-FFF2-40B4-BE49-F238E27FC236}">
                <a16:creationId xmlns:a16="http://schemas.microsoft.com/office/drawing/2014/main" id="{D9CFCD75-3F0D-653D-1AD3-BF98EB277844}"/>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1233" name="Text Box 34">
            <a:extLst>
              <a:ext uri="{FF2B5EF4-FFF2-40B4-BE49-F238E27FC236}">
                <a16:creationId xmlns:a16="http://schemas.microsoft.com/office/drawing/2014/main" id="{E7F6B0A5-1B3C-DFA6-60B2-3B8CC664373D}"/>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1234" name="Text Box 35">
            <a:extLst>
              <a:ext uri="{FF2B5EF4-FFF2-40B4-BE49-F238E27FC236}">
                <a16:creationId xmlns:a16="http://schemas.microsoft.com/office/drawing/2014/main" id="{48807FAE-786F-A47E-5A8F-9F691E72CA6B}"/>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1235" name="Text Box 36">
            <a:extLst>
              <a:ext uri="{FF2B5EF4-FFF2-40B4-BE49-F238E27FC236}">
                <a16:creationId xmlns:a16="http://schemas.microsoft.com/office/drawing/2014/main" id="{E0ABD883-64AB-B68D-11F0-5BAAD0E7BA80}"/>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1236" name="Text Box 37">
            <a:extLst>
              <a:ext uri="{FF2B5EF4-FFF2-40B4-BE49-F238E27FC236}">
                <a16:creationId xmlns:a16="http://schemas.microsoft.com/office/drawing/2014/main" id="{E2767355-69A9-543D-B3F4-A1CD6BF971F2}"/>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1237" name="Line 38">
            <a:extLst>
              <a:ext uri="{FF2B5EF4-FFF2-40B4-BE49-F238E27FC236}">
                <a16:creationId xmlns:a16="http://schemas.microsoft.com/office/drawing/2014/main" id="{F6744BD1-B6A2-997A-B544-BA705C76ECF8}"/>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238" name="Text Box 39">
            <a:extLst>
              <a:ext uri="{FF2B5EF4-FFF2-40B4-BE49-F238E27FC236}">
                <a16:creationId xmlns:a16="http://schemas.microsoft.com/office/drawing/2014/main" id="{B2F503DC-69AF-E6ED-FDEE-9905B457F608}"/>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1239" name="Text Box 40">
            <a:extLst>
              <a:ext uri="{FF2B5EF4-FFF2-40B4-BE49-F238E27FC236}">
                <a16:creationId xmlns:a16="http://schemas.microsoft.com/office/drawing/2014/main" id="{4EB8EB20-8A09-80EC-C477-41C37A225712}"/>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Update distances of adjacent, unselected nodes</a:t>
            </a:r>
          </a:p>
        </p:txBody>
      </p:sp>
      <p:graphicFrame>
        <p:nvGraphicFramePr>
          <p:cNvPr id="435241" name="Group 41">
            <a:extLst>
              <a:ext uri="{FF2B5EF4-FFF2-40B4-BE49-F238E27FC236}">
                <a16:creationId xmlns:a16="http://schemas.microsoft.com/office/drawing/2014/main" id="{B8630D38-988E-30DB-760D-5C4D2EE9DE15}"/>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7</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1292" name="Freeform 93">
            <a:extLst>
              <a:ext uri="{FF2B5EF4-FFF2-40B4-BE49-F238E27FC236}">
                <a16:creationId xmlns:a16="http://schemas.microsoft.com/office/drawing/2014/main" id="{5F6A5513-899A-E6EE-3AA8-4BA1AFC40197}"/>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1293" name="Text Box 94">
            <a:extLst>
              <a:ext uri="{FF2B5EF4-FFF2-40B4-BE49-F238E27FC236}">
                <a16:creationId xmlns:a16="http://schemas.microsoft.com/office/drawing/2014/main" id="{FD9E5ACD-1AD2-CB60-9637-F8832F3F57AB}"/>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1294" name="Line 95">
            <a:extLst>
              <a:ext uri="{FF2B5EF4-FFF2-40B4-BE49-F238E27FC236}">
                <a16:creationId xmlns:a16="http://schemas.microsoft.com/office/drawing/2014/main" id="{84E6EBF1-0A07-D235-505B-BD8F1B175AEF}"/>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E094D92E-EC0B-8006-A42B-ABAEB6C78465}"/>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2227" name="Line 3">
            <a:extLst>
              <a:ext uri="{FF2B5EF4-FFF2-40B4-BE49-F238E27FC236}">
                <a16:creationId xmlns:a16="http://schemas.microsoft.com/office/drawing/2014/main" id="{BE6DD3E8-C84F-D2A1-3FA6-4A7E38600AE8}"/>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28" name="Text Box 4">
            <a:extLst>
              <a:ext uri="{FF2B5EF4-FFF2-40B4-BE49-F238E27FC236}">
                <a16:creationId xmlns:a16="http://schemas.microsoft.com/office/drawing/2014/main" id="{7BFDFBDA-7C3F-6F53-73E1-1EE54BDAB570}"/>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2229" name="Line 5">
            <a:extLst>
              <a:ext uri="{FF2B5EF4-FFF2-40B4-BE49-F238E27FC236}">
                <a16:creationId xmlns:a16="http://schemas.microsoft.com/office/drawing/2014/main" id="{0FBE5795-8E43-D1DD-E78B-32DBB15201D4}"/>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0" name="Line 6">
            <a:extLst>
              <a:ext uri="{FF2B5EF4-FFF2-40B4-BE49-F238E27FC236}">
                <a16:creationId xmlns:a16="http://schemas.microsoft.com/office/drawing/2014/main" id="{E83AAA3D-6F72-90B3-696C-986AFFDACA35}"/>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1" name="Line 7">
            <a:extLst>
              <a:ext uri="{FF2B5EF4-FFF2-40B4-BE49-F238E27FC236}">
                <a16:creationId xmlns:a16="http://schemas.microsoft.com/office/drawing/2014/main" id="{3F813645-DD18-4A6B-92CF-072C56FF61DF}"/>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2" name="Line 8">
            <a:extLst>
              <a:ext uri="{FF2B5EF4-FFF2-40B4-BE49-F238E27FC236}">
                <a16:creationId xmlns:a16="http://schemas.microsoft.com/office/drawing/2014/main" id="{DDE5250D-D8C0-7930-59B9-4DC162A88D64}"/>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3" name="Line 9">
            <a:extLst>
              <a:ext uri="{FF2B5EF4-FFF2-40B4-BE49-F238E27FC236}">
                <a16:creationId xmlns:a16="http://schemas.microsoft.com/office/drawing/2014/main" id="{7E58EE99-CBB5-2C5C-71D9-21F0412E193C}"/>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4" name="Line 10">
            <a:extLst>
              <a:ext uri="{FF2B5EF4-FFF2-40B4-BE49-F238E27FC236}">
                <a16:creationId xmlns:a16="http://schemas.microsoft.com/office/drawing/2014/main" id="{4CE9368F-6B03-DC2D-9175-F94CB6EEB3E6}"/>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5" name="Line 11">
            <a:extLst>
              <a:ext uri="{FF2B5EF4-FFF2-40B4-BE49-F238E27FC236}">
                <a16:creationId xmlns:a16="http://schemas.microsoft.com/office/drawing/2014/main" id="{E5AA3005-E0AF-D6FF-3C97-622D6ED70346}"/>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6" name="Line 12">
            <a:extLst>
              <a:ext uri="{FF2B5EF4-FFF2-40B4-BE49-F238E27FC236}">
                <a16:creationId xmlns:a16="http://schemas.microsoft.com/office/drawing/2014/main" id="{9E79DB2E-93B6-8324-3BD5-C81D5535F187}"/>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7" name="Line 13">
            <a:extLst>
              <a:ext uri="{FF2B5EF4-FFF2-40B4-BE49-F238E27FC236}">
                <a16:creationId xmlns:a16="http://schemas.microsoft.com/office/drawing/2014/main" id="{A3618D2F-7570-58A2-D327-8C5E68F533AD}"/>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38" name="Oval 14">
            <a:extLst>
              <a:ext uri="{FF2B5EF4-FFF2-40B4-BE49-F238E27FC236}">
                <a16:creationId xmlns:a16="http://schemas.microsoft.com/office/drawing/2014/main" id="{7AB84ECC-26AC-AE3A-C991-6897C3EC176F}"/>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2239" name="Oval 15">
            <a:extLst>
              <a:ext uri="{FF2B5EF4-FFF2-40B4-BE49-F238E27FC236}">
                <a16:creationId xmlns:a16="http://schemas.microsoft.com/office/drawing/2014/main" id="{D08E5F7E-2071-BAF9-7146-FD4E408FDC8C}"/>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2240" name="Oval 16">
            <a:extLst>
              <a:ext uri="{FF2B5EF4-FFF2-40B4-BE49-F238E27FC236}">
                <a16:creationId xmlns:a16="http://schemas.microsoft.com/office/drawing/2014/main" id="{876056F4-7575-F060-DD82-DECE52AD9CBE}"/>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2241" name="Oval 17">
            <a:extLst>
              <a:ext uri="{FF2B5EF4-FFF2-40B4-BE49-F238E27FC236}">
                <a16:creationId xmlns:a16="http://schemas.microsoft.com/office/drawing/2014/main" id="{F0DBCB77-08A5-771F-4569-3AC500985614}"/>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2242" name="Oval 18">
            <a:extLst>
              <a:ext uri="{FF2B5EF4-FFF2-40B4-BE49-F238E27FC236}">
                <a16:creationId xmlns:a16="http://schemas.microsoft.com/office/drawing/2014/main" id="{5A5A6F1D-7AF1-99D7-97C3-667BFC86C455}"/>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2243" name="Oval 19">
            <a:extLst>
              <a:ext uri="{FF2B5EF4-FFF2-40B4-BE49-F238E27FC236}">
                <a16:creationId xmlns:a16="http://schemas.microsoft.com/office/drawing/2014/main" id="{05DA3F3B-AD7B-E0AF-FBF6-5FDB08665F00}"/>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2244" name="Oval 20">
            <a:extLst>
              <a:ext uri="{FF2B5EF4-FFF2-40B4-BE49-F238E27FC236}">
                <a16:creationId xmlns:a16="http://schemas.microsoft.com/office/drawing/2014/main" id="{E11B28D2-0776-1940-DA95-2840E5B743B2}"/>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2245" name="Oval 21">
            <a:extLst>
              <a:ext uri="{FF2B5EF4-FFF2-40B4-BE49-F238E27FC236}">
                <a16:creationId xmlns:a16="http://schemas.microsoft.com/office/drawing/2014/main" id="{FB04B249-FA57-C707-F115-D370E057686D}"/>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2246" name="Oval 22">
            <a:extLst>
              <a:ext uri="{FF2B5EF4-FFF2-40B4-BE49-F238E27FC236}">
                <a16:creationId xmlns:a16="http://schemas.microsoft.com/office/drawing/2014/main" id="{97EF5B56-9710-92FF-1D94-B04CC96D88F4}"/>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2247" name="Line 23">
            <a:extLst>
              <a:ext uri="{FF2B5EF4-FFF2-40B4-BE49-F238E27FC236}">
                <a16:creationId xmlns:a16="http://schemas.microsoft.com/office/drawing/2014/main" id="{4BE7E302-6F16-4A5E-260C-912CDCD0E30C}"/>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48" name="Line 24">
            <a:extLst>
              <a:ext uri="{FF2B5EF4-FFF2-40B4-BE49-F238E27FC236}">
                <a16:creationId xmlns:a16="http://schemas.microsoft.com/office/drawing/2014/main" id="{8FB86D68-3C5F-F60C-DCAD-D61888B2F5F6}"/>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49" name="Line 25">
            <a:extLst>
              <a:ext uri="{FF2B5EF4-FFF2-40B4-BE49-F238E27FC236}">
                <a16:creationId xmlns:a16="http://schemas.microsoft.com/office/drawing/2014/main" id="{8A84F3AF-86C7-E558-F099-B78C88A42B7A}"/>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50" name="Text Box 26">
            <a:extLst>
              <a:ext uri="{FF2B5EF4-FFF2-40B4-BE49-F238E27FC236}">
                <a16:creationId xmlns:a16="http://schemas.microsoft.com/office/drawing/2014/main" id="{E749B847-4EC7-7421-3C2C-CF0A1BA787E6}"/>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2251" name="Text Box 27">
            <a:extLst>
              <a:ext uri="{FF2B5EF4-FFF2-40B4-BE49-F238E27FC236}">
                <a16:creationId xmlns:a16="http://schemas.microsoft.com/office/drawing/2014/main" id="{686A8DD3-4A30-16FD-8B35-2A338C733F50}"/>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2252" name="Text Box 28">
            <a:extLst>
              <a:ext uri="{FF2B5EF4-FFF2-40B4-BE49-F238E27FC236}">
                <a16:creationId xmlns:a16="http://schemas.microsoft.com/office/drawing/2014/main" id="{1BA92CE6-7EA3-812F-29FD-29F6AEAD0AA8}"/>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2253" name="Text Box 29">
            <a:extLst>
              <a:ext uri="{FF2B5EF4-FFF2-40B4-BE49-F238E27FC236}">
                <a16:creationId xmlns:a16="http://schemas.microsoft.com/office/drawing/2014/main" id="{597BD8B4-56C0-C488-8750-D19A618B9D6C}"/>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2254" name="Text Box 30">
            <a:extLst>
              <a:ext uri="{FF2B5EF4-FFF2-40B4-BE49-F238E27FC236}">
                <a16:creationId xmlns:a16="http://schemas.microsoft.com/office/drawing/2014/main" id="{91B86F2E-D36F-3639-7327-680AE1CC5492}"/>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2255" name="Text Box 31">
            <a:extLst>
              <a:ext uri="{FF2B5EF4-FFF2-40B4-BE49-F238E27FC236}">
                <a16:creationId xmlns:a16="http://schemas.microsoft.com/office/drawing/2014/main" id="{D29AFE23-8AF5-82DD-8287-DBCBB542F92C}"/>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2256" name="Text Box 32">
            <a:extLst>
              <a:ext uri="{FF2B5EF4-FFF2-40B4-BE49-F238E27FC236}">
                <a16:creationId xmlns:a16="http://schemas.microsoft.com/office/drawing/2014/main" id="{78DB17F5-8F86-A8A9-A7E7-040E39C31F06}"/>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2257" name="Text Box 33">
            <a:extLst>
              <a:ext uri="{FF2B5EF4-FFF2-40B4-BE49-F238E27FC236}">
                <a16:creationId xmlns:a16="http://schemas.microsoft.com/office/drawing/2014/main" id="{0C543716-6C8E-032B-84CD-DB929E1B0B09}"/>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2258" name="Text Box 34">
            <a:extLst>
              <a:ext uri="{FF2B5EF4-FFF2-40B4-BE49-F238E27FC236}">
                <a16:creationId xmlns:a16="http://schemas.microsoft.com/office/drawing/2014/main" id="{52B36370-9B6F-1AC5-FE19-8B319968B18A}"/>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2259" name="Text Box 35">
            <a:extLst>
              <a:ext uri="{FF2B5EF4-FFF2-40B4-BE49-F238E27FC236}">
                <a16:creationId xmlns:a16="http://schemas.microsoft.com/office/drawing/2014/main" id="{217EFC05-6D32-E8B8-A2CF-5D166DC43B51}"/>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2260" name="Text Box 36">
            <a:extLst>
              <a:ext uri="{FF2B5EF4-FFF2-40B4-BE49-F238E27FC236}">
                <a16:creationId xmlns:a16="http://schemas.microsoft.com/office/drawing/2014/main" id="{56CA6C08-9EC7-7EDF-381A-22BA183218E2}"/>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2261" name="Line 37">
            <a:extLst>
              <a:ext uri="{FF2B5EF4-FFF2-40B4-BE49-F238E27FC236}">
                <a16:creationId xmlns:a16="http://schemas.microsoft.com/office/drawing/2014/main" id="{E5596037-5FCF-451A-CB97-A71FC7B3F713}"/>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262" name="Text Box 38">
            <a:extLst>
              <a:ext uri="{FF2B5EF4-FFF2-40B4-BE49-F238E27FC236}">
                <a16:creationId xmlns:a16="http://schemas.microsoft.com/office/drawing/2014/main" id="{418C9E8C-8FD6-9FF1-ABBD-A1DF049E3447}"/>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2263" name="Text Box 39">
            <a:extLst>
              <a:ext uri="{FF2B5EF4-FFF2-40B4-BE49-F238E27FC236}">
                <a16:creationId xmlns:a16="http://schemas.microsoft.com/office/drawing/2014/main" id="{05D18144-A9F3-9242-39C6-E9724E1D86F8}"/>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node with minimum distance</a:t>
            </a:r>
          </a:p>
        </p:txBody>
      </p:sp>
      <p:graphicFrame>
        <p:nvGraphicFramePr>
          <p:cNvPr id="454696" name="Group 40">
            <a:extLst>
              <a:ext uri="{FF2B5EF4-FFF2-40B4-BE49-F238E27FC236}">
                <a16:creationId xmlns:a16="http://schemas.microsoft.com/office/drawing/2014/main" id="{E370C770-40E1-4B01-75AA-C1337A8DBA08}"/>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7</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2316" name="Freeform 92">
            <a:extLst>
              <a:ext uri="{FF2B5EF4-FFF2-40B4-BE49-F238E27FC236}">
                <a16:creationId xmlns:a16="http://schemas.microsoft.com/office/drawing/2014/main" id="{42494FCF-A929-4EDC-BD47-510138B90583}"/>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2317" name="Text Box 93">
            <a:extLst>
              <a:ext uri="{FF2B5EF4-FFF2-40B4-BE49-F238E27FC236}">
                <a16:creationId xmlns:a16="http://schemas.microsoft.com/office/drawing/2014/main" id="{EB389FB9-6B53-7553-DE6B-E3A9B25BB13B}"/>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2318" name="Line 94">
            <a:extLst>
              <a:ext uri="{FF2B5EF4-FFF2-40B4-BE49-F238E27FC236}">
                <a16:creationId xmlns:a16="http://schemas.microsoft.com/office/drawing/2014/main" id="{3768D1F0-7B8F-9263-1A30-C00BB19821A3}"/>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666363C1-9D0F-FBE0-950B-A8DC337C104A}"/>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3251" name="Line 3">
            <a:extLst>
              <a:ext uri="{FF2B5EF4-FFF2-40B4-BE49-F238E27FC236}">
                <a16:creationId xmlns:a16="http://schemas.microsoft.com/office/drawing/2014/main" id="{CAB1FA91-BDE1-5F3F-99B5-EF02F48C26AD}"/>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2" name="Text Box 4">
            <a:extLst>
              <a:ext uri="{FF2B5EF4-FFF2-40B4-BE49-F238E27FC236}">
                <a16:creationId xmlns:a16="http://schemas.microsoft.com/office/drawing/2014/main" id="{C1E624FE-E265-D812-3FAC-7A693C218824}"/>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3253" name="Line 5">
            <a:extLst>
              <a:ext uri="{FF2B5EF4-FFF2-40B4-BE49-F238E27FC236}">
                <a16:creationId xmlns:a16="http://schemas.microsoft.com/office/drawing/2014/main" id="{24E9DB92-C478-427D-7DEC-F4818EA36912}"/>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4" name="Line 6">
            <a:extLst>
              <a:ext uri="{FF2B5EF4-FFF2-40B4-BE49-F238E27FC236}">
                <a16:creationId xmlns:a16="http://schemas.microsoft.com/office/drawing/2014/main" id="{01B4A3D8-2A01-DAC5-3A3B-72D2DC8A7C0A}"/>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5" name="Line 7">
            <a:extLst>
              <a:ext uri="{FF2B5EF4-FFF2-40B4-BE49-F238E27FC236}">
                <a16:creationId xmlns:a16="http://schemas.microsoft.com/office/drawing/2014/main" id="{E65A1316-54D9-6C41-689A-9A48E0ED2696}"/>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6" name="Line 8">
            <a:extLst>
              <a:ext uri="{FF2B5EF4-FFF2-40B4-BE49-F238E27FC236}">
                <a16:creationId xmlns:a16="http://schemas.microsoft.com/office/drawing/2014/main" id="{BE63048D-FA12-4231-22B0-4156F1E631A5}"/>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7" name="Line 9">
            <a:extLst>
              <a:ext uri="{FF2B5EF4-FFF2-40B4-BE49-F238E27FC236}">
                <a16:creationId xmlns:a16="http://schemas.microsoft.com/office/drawing/2014/main" id="{BEEF7ADE-3980-C5B5-CF5C-19317379DE80}"/>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8" name="Line 10">
            <a:extLst>
              <a:ext uri="{FF2B5EF4-FFF2-40B4-BE49-F238E27FC236}">
                <a16:creationId xmlns:a16="http://schemas.microsoft.com/office/drawing/2014/main" id="{CD9F7F7C-9D53-66A4-BB2D-7922DB1BEE3D}"/>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59" name="Line 11">
            <a:extLst>
              <a:ext uri="{FF2B5EF4-FFF2-40B4-BE49-F238E27FC236}">
                <a16:creationId xmlns:a16="http://schemas.microsoft.com/office/drawing/2014/main" id="{9A2ED131-7020-44B3-4363-BB681E59FB64}"/>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60" name="Line 12">
            <a:extLst>
              <a:ext uri="{FF2B5EF4-FFF2-40B4-BE49-F238E27FC236}">
                <a16:creationId xmlns:a16="http://schemas.microsoft.com/office/drawing/2014/main" id="{C1C62176-B1A5-3377-7B74-72A79AE3DB84}"/>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61" name="Line 13">
            <a:extLst>
              <a:ext uri="{FF2B5EF4-FFF2-40B4-BE49-F238E27FC236}">
                <a16:creationId xmlns:a16="http://schemas.microsoft.com/office/drawing/2014/main" id="{4217AF59-AFDC-C8E2-6149-56519A161FF4}"/>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62" name="Oval 14">
            <a:extLst>
              <a:ext uri="{FF2B5EF4-FFF2-40B4-BE49-F238E27FC236}">
                <a16:creationId xmlns:a16="http://schemas.microsoft.com/office/drawing/2014/main" id="{FA1C4930-C3E7-2C83-15B8-98BD5F384B8F}"/>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3263" name="Oval 15">
            <a:extLst>
              <a:ext uri="{FF2B5EF4-FFF2-40B4-BE49-F238E27FC236}">
                <a16:creationId xmlns:a16="http://schemas.microsoft.com/office/drawing/2014/main" id="{5CB0FB02-A1E1-6E63-51E6-59E6A15A8A9B}"/>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3264" name="Oval 16">
            <a:extLst>
              <a:ext uri="{FF2B5EF4-FFF2-40B4-BE49-F238E27FC236}">
                <a16:creationId xmlns:a16="http://schemas.microsoft.com/office/drawing/2014/main" id="{4B514CEC-7B67-1683-B1D7-23B45A9381B5}"/>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3265" name="Oval 17">
            <a:extLst>
              <a:ext uri="{FF2B5EF4-FFF2-40B4-BE49-F238E27FC236}">
                <a16:creationId xmlns:a16="http://schemas.microsoft.com/office/drawing/2014/main" id="{5518BB52-A49D-A413-38C9-BE182C6FF687}"/>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3266" name="Oval 18">
            <a:extLst>
              <a:ext uri="{FF2B5EF4-FFF2-40B4-BE49-F238E27FC236}">
                <a16:creationId xmlns:a16="http://schemas.microsoft.com/office/drawing/2014/main" id="{C435AC59-77AD-0D12-10C4-CD5E186735EE}"/>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3267" name="Oval 19">
            <a:extLst>
              <a:ext uri="{FF2B5EF4-FFF2-40B4-BE49-F238E27FC236}">
                <a16:creationId xmlns:a16="http://schemas.microsoft.com/office/drawing/2014/main" id="{605AA244-0215-74B1-6BF2-050930AA6914}"/>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3268" name="Oval 20">
            <a:extLst>
              <a:ext uri="{FF2B5EF4-FFF2-40B4-BE49-F238E27FC236}">
                <a16:creationId xmlns:a16="http://schemas.microsoft.com/office/drawing/2014/main" id="{F43A3FF9-FCB4-2E3F-362E-4637D6E96015}"/>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3269" name="Oval 21">
            <a:extLst>
              <a:ext uri="{FF2B5EF4-FFF2-40B4-BE49-F238E27FC236}">
                <a16:creationId xmlns:a16="http://schemas.microsoft.com/office/drawing/2014/main" id="{CFDC685C-5E18-3AEA-8E8E-E062D16EDA1C}"/>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3270" name="Oval 22">
            <a:extLst>
              <a:ext uri="{FF2B5EF4-FFF2-40B4-BE49-F238E27FC236}">
                <a16:creationId xmlns:a16="http://schemas.microsoft.com/office/drawing/2014/main" id="{B63DBD85-F833-9EC6-BFF0-C50C4D501721}"/>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3271" name="Line 23">
            <a:extLst>
              <a:ext uri="{FF2B5EF4-FFF2-40B4-BE49-F238E27FC236}">
                <a16:creationId xmlns:a16="http://schemas.microsoft.com/office/drawing/2014/main" id="{EDAC073B-E16F-8F20-266D-10D242E68360}"/>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72" name="Line 24">
            <a:extLst>
              <a:ext uri="{FF2B5EF4-FFF2-40B4-BE49-F238E27FC236}">
                <a16:creationId xmlns:a16="http://schemas.microsoft.com/office/drawing/2014/main" id="{046AFB35-8899-5861-821E-A0BB51EBAD9F}"/>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73" name="Line 25">
            <a:extLst>
              <a:ext uri="{FF2B5EF4-FFF2-40B4-BE49-F238E27FC236}">
                <a16:creationId xmlns:a16="http://schemas.microsoft.com/office/drawing/2014/main" id="{2908B441-846F-B4B0-A48C-353BD6A40FED}"/>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74" name="Text Box 26">
            <a:extLst>
              <a:ext uri="{FF2B5EF4-FFF2-40B4-BE49-F238E27FC236}">
                <a16:creationId xmlns:a16="http://schemas.microsoft.com/office/drawing/2014/main" id="{15B9A427-6736-9FC7-F1B9-32DF6E4B60D4}"/>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3275" name="Text Box 27">
            <a:extLst>
              <a:ext uri="{FF2B5EF4-FFF2-40B4-BE49-F238E27FC236}">
                <a16:creationId xmlns:a16="http://schemas.microsoft.com/office/drawing/2014/main" id="{F66D3895-CDC3-2B5C-1B17-16031D166CE6}"/>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3276" name="Text Box 28">
            <a:extLst>
              <a:ext uri="{FF2B5EF4-FFF2-40B4-BE49-F238E27FC236}">
                <a16:creationId xmlns:a16="http://schemas.microsoft.com/office/drawing/2014/main" id="{C5E28EAC-E107-4C1C-1A42-F4198A470382}"/>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3277" name="Text Box 29">
            <a:extLst>
              <a:ext uri="{FF2B5EF4-FFF2-40B4-BE49-F238E27FC236}">
                <a16:creationId xmlns:a16="http://schemas.microsoft.com/office/drawing/2014/main" id="{48505DB5-667F-897B-1FB6-1AB189738B93}"/>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3278" name="Text Box 30">
            <a:extLst>
              <a:ext uri="{FF2B5EF4-FFF2-40B4-BE49-F238E27FC236}">
                <a16:creationId xmlns:a16="http://schemas.microsoft.com/office/drawing/2014/main" id="{2A9A5883-DBD1-15F5-910F-9AB345026D70}"/>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3279" name="Text Box 31">
            <a:extLst>
              <a:ext uri="{FF2B5EF4-FFF2-40B4-BE49-F238E27FC236}">
                <a16:creationId xmlns:a16="http://schemas.microsoft.com/office/drawing/2014/main" id="{BE07337F-31AC-E6E7-CB55-BBE72F7ABCF9}"/>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3280" name="Text Box 32">
            <a:extLst>
              <a:ext uri="{FF2B5EF4-FFF2-40B4-BE49-F238E27FC236}">
                <a16:creationId xmlns:a16="http://schemas.microsoft.com/office/drawing/2014/main" id="{98288BB9-F2E7-E51E-0552-0F1657D11992}"/>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3281" name="Text Box 33">
            <a:extLst>
              <a:ext uri="{FF2B5EF4-FFF2-40B4-BE49-F238E27FC236}">
                <a16:creationId xmlns:a16="http://schemas.microsoft.com/office/drawing/2014/main" id="{40A1656A-F07D-4E0A-C963-AE36D928534A}"/>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3282" name="Text Box 34">
            <a:extLst>
              <a:ext uri="{FF2B5EF4-FFF2-40B4-BE49-F238E27FC236}">
                <a16:creationId xmlns:a16="http://schemas.microsoft.com/office/drawing/2014/main" id="{9412766F-4F48-C851-DA6A-501315CD6013}"/>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3283" name="Text Box 35">
            <a:extLst>
              <a:ext uri="{FF2B5EF4-FFF2-40B4-BE49-F238E27FC236}">
                <a16:creationId xmlns:a16="http://schemas.microsoft.com/office/drawing/2014/main" id="{546D7CF8-8C04-40EA-6DC5-959729D2012F}"/>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3284" name="Text Box 36">
            <a:extLst>
              <a:ext uri="{FF2B5EF4-FFF2-40B4-BE49-F238E27FC236}">
                <a16:creationId xmlns:a16="http://schemas.microsoft.com/office/drawing/2014/main" id="{3DF700F2-89A1-C7AA-297A-E1D27C17614F}"/>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3285" name="Line 37">
            <a:extLst>
              <a:ext uri="{FF2B5EF4-FFF2-40B4-BE49-F238E27FC236}">
                <a16:creationId xmlns:a16="http://schemas.microsoft.com/office/drawing/2014/main" id="{F5A18CA4-1637-C280-3DB1-B08A8F6CFEF6}"/>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286" name="Text Box 38">
            <a:extLst>
              <a:ext uri="{FF2B5EF4-FFF2-40B4-BE49-F238E27FC236}">
                <a16:creationId xmlns:a16="http://schemas.microsoft.com/office/drawing/2014/main" id="{02256227-75B3-7744-5A41-6106FB035267}"/>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3287" name="Text Box 39">
            <a:extLst>
              <a:ext uri="{FF2B5EF4-FFF2-40B4-BE49-F238E27FC236}">
                <a16:creationId xmlns:a16="http://schemas.microsoft.com/office/drawing/2014/main" id="{40E72226-88D7-EFA2-6AA3-CCE066A02E7E}"/>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Update distances of adjacent, unselected nodes</a:t>
            </a:r>
          </a:p>
        </p:txBody>
      </p:sp>
      <p:graphicFrame>
        <p:nvGraphicFramePr>
          <p:cNvPr id="452648" name="Group 40">
            <a:extLst>
              <a:ext uri="{FF2B5EF4-FFF2-40B4-BE49-F238E27FC236}">
                <a16:creationId xmlns:a16="http://schemas.microsoft.com/office/drawing/2014/main" id="{01EBF779-E8EB-6BE1-9454-FE74D1114609}"/>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10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3340" name="Freeform 92">
            <a:extLst>
              <a:ext uri="{FF2B5EF4-FFF2-40B4-BE49-F238E27FC236}">
                <a16:creationId xmlns:a16="http://schemas.microsoft.com/office/drawing/2014/main" id="{00399FCF-006D-9AA0-684A-514554CFD999}"/>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3341" name="Text Box 93">
            <a:extLst>
              <a:ext uri="{FF2B5EF4-FFF2-40B4-BE49-F238E27FC236}">
                <a16:creationId xmlns:a16="http://schemas.microsoft.com/office/drawing/2014/main" id="{6EED878D-41E5-92DB-ADF4-A1A1141AA77E}"/>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3342" name="Line 94">
            <a:extLst>
              <a:ext uri="{FF2B5EF4-FFF2-40B4-BE49-F238E27FC236}">
                <a16:creationId xmlns:a16="http://schemas.microsoft.com/office/drawing/2014/main" id="{90AB445D-C0DB-C113-F498-421545166C5D}"/>
              </a:ext>
            </a:extLst>
          </p:cNvPr>
          <p:cNvSpPr>
            <a:spLocks noChangeShapeType="1"/>
          </p:cNvSpPr>
          <p:nvPr/>
        </p:nvSpPr>
        <p:spPr bwMode="auto">
          <a:xfrm flipH="1">
            <a:off x="3276600" y="3810000"/>
            <a:ext cx="228600" cy="195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reeform 92">
            <a:extLst>
              <a:ext uri="{FF2B5EF4-FFF2-40B4-BE49-F238E27FC236}">
                <a16:creationId xmlns:a16="http://schemas.microsoft.com/office/drawing/2014/main" id="{1F24D67B-7810-3C31-711B-BF7470280EED}"/>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4275" name="Text Box 2">
            <a:extLst>
              <a:ext uri="{FF2B5EF4-FFF2-40B4-BE49-F238E27FC236}">
                <a16:creationId xmlns:a16="http://schemas.microsoft.com/office/drawing/2014/main" id="{6F305DA7-2F25-E428-1FC7-820C195C0360}"/>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4276" name="Line 3">
            <a:extLst>
              <a:ext uri="{FF2B5EF4-FFF2-40B4-BE49-F238E27FC236}">
                <a16:creationId xmlns:a16="http://schemas.microsoft.com/office/drawing/2014/main" id="{2E68E34E-2E03-37C0-0040-876C057E034B}"/>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77" name="Text Box 4">
            <a:extLst>
              <a:ext uri="{FF2B5EF4-FFF2-40B4-BE49-F238E27FC236}">
                <a16:creationId xmlns:a16="http://schemas.microsoft.com/office/drawing/2014/main" id="{43282829-F698-E073-CDCF-11A023F5F84C}"/>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4278" name="Line 5">
            <a:extLst>
              <a:ext uri="{FF2B5EF4-FFF2-40B4-BE49-F238E27FC236}">
                <a16:creationId xmlns:a16="http://schemas.microsoft.com/office/drawing/2014/main" id="{CD5A6A5D-84EC-10AB-4F6D-70734D087B53}"/>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79" name="Line 6">
            <a:extLst>
              <a:ext uri="{FF2B5EF4-FFF2-40B4-BE49-F238E27FC236}">
                <a16:creationId xmlns:a16="http://schemas.microsoft.com/office/drawing/2014/main" id="{113BD082-2B23-8252-130E-63F959FDFEF4}"/>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0" name="Line 7">
            <a:extLst>
              <a:ext uri="{FF2B5EF4-FFF2-40B4-BE49-F238E27FC236}">
                <a16:creationId xmlns:a16="http://schemas.microsoft.com/office/drawing/2014/main" id="{4330EB2D-14CA-3D3B-F878-1FA210814F85}"/>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1" name="Line 8">
            <a:extLst>
              <a:ext uri="{FF2B5EF4-FFF2-40B4-BE49-F238E27FC236}">
                <a16:creationId xmlns:a16="http://schemas.microsoft.com/office/drawing/2014/main" id="{A0223DDE-BD9D-3B79-9C3F-BEF63B0E535C}"/>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2" name="Line 9">
            <a:extLst>
              <a:ext uri="{FF2B5EF4-FFF2-40B4-BE49-F238E27FC236}">
                <a16:creationId xmlns:a16="http://schemas.microsoft.com/office/drawing/2014/main" id="{A46F931B-8B2E-29B4-CA02-2F1064564157}"/>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3" name="Line 10">
            <a:extLst>
              <a:ext uri="{FF2B5EF4-FFF2-40B4-BE49-F238E27FC236}">
                <a16:creationId xmlns:a16="http://schemas.microsoft.com/office/drawing/2014/main" id="{8828B956-7D0A-07D0-5DAD-7093095615FB}"/>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4" name="Line 11">
            <a:extLst>
              <a:ext uri="{FF2B5EF4-FFF2-40B4-BE49-F238E27FC236}">
                <a16:creationId xmlns:a16="http://schemas.microsoft.com/office/drawing/2014/main" id="{22D40A04-01B0-7E34-B1F1-B4AE4A69BACB}"/>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5" name="Line 12">
            <a:extLst>
              <a:ext uri="{FF2B5EF4-FFF2-40B4-BE49-F238E27FC236}">
                <a16:creationId xmlns:a16="http://schemas.microsoft.com/office/drawing/2014/main" id="{BEB80E80-1BAD-85C4-CB93-D728F3EDBE01}"/>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6" name="Line 13">
            <a:extLst>
              <a:ext uri="{FF2B5EF4-FFF2-40B4-BE49-F238E27FC236}">
                <a16:creationId xmlns:a16="http://schemas.microsoft.com/office/drawing/2014/main" id="{07185AF8-F72D-D3FD-84D8-2E566447BCC9}"/>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87" name="Oval 14">
            <a:extLst>
              <a:ext uri="{FF2B5EF4-FFF2-40B4-BE49-F238E27FC236}">
                <a16:creationId xmlns:a16="http://schemas.microsoft.com/office/drawing/2014/main" id="{60635777-FF5C-FB69-87CA-EC553DBBF25F}"/>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4288" name="Oval 15">
            <a:extLst>
              <a:ext uri="{FF2B5EF4-FFF2-40B4-BE49-F238E27FC236}">
                <a16:creationId xmlns:a16="http://schemas.microsoft.com/office/drawing/2014/main" id="{9F8DFD67-FF51-2F79-93FA-C20A76EAB4FC}"/>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4289" name="Oval 16">
            <a:extLst>
              <a:ext uri="{FF2B5EF4-FFF2-40B4-BE49-F238E27FC236}">
                <a16:creationId xmlns:a16="http://schemas.microsoft.com/office/drawing/2014/main" id="{D63D654B-14CF-39DE-988C-7275C47F9C2D}"/>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4290" name="Oval 17">
            <a:extLst>
              <a:ext uri="{FF2B5EF4-FFF2-40B4-BE49-F238E27FC236}">
                <a16:creationId xmlns:a16="http://schemas.microsoft.com/office/drawing/2014/main" id="{7DD20899-32FA-BAE1-61C4-4685222DD591}"/>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4291" name="Oval 18">
            <a:extLst>
              <a:ext uri="{FF2B5EF4-FFF2-40B4-BE49-F238E27FC236}">
                <a16:creationId xmlns:a16="http://schemas.microsoft.com/office/drawing/2014/main" id="{00720ABC-81AB-68D9-0425-12158993E332}"/>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4292" name="Oval 19">
            <a:extLst>
              <a:ext uri="{FF2B5EF4-FFF2-40B4-BE49-F238E27FC236}">
                <a16:creationId xmlns:a16="http://schemas.microsoft.com/office/drawing/2014/main" id="{F5A7B3D9-128E-6180-5836-CB6ED49CA669}"/>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4293" name="Oval 20">
            <a:extLst>
              <a:ext uri="{FF2B5EF4-FFF2-40B4-BE49-F238E27FC236}">
                <a16:creationId xmlns:a16="http://schemas.microsoft.com/office/drawing/2014/main" id="{F427E43F-44E6-2F13-E1D4-62B6DBDD2A7A}"/>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4294" name="Oval 21">
            <a:extLst>
              <a:ext uri="{FF2B5EF4-FFF2-40B4-BE49-F238E27FC236}">
                <a16:creationId xmlns:a16="http://schemas.microsoft.com/office/drawing/2014/main" id="{F4A3A081-D9FF-4509-8551-7EB5B59B1A1C}"/>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4295" name="Oval 22">
            <a:extLst>
              <a:ext uri="{FF2B5EF4-FFF2-40B4-BE49-F238E27FC236}">
                <a16:creationId xmlns:a16="http://schemas.microsoft.com/office/drawing/2014/main" id="{56269FF7-596F-3346-5C1C-7A22E28FCFA0}"/>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4296" name="Line 23">
            <a:extLst>
              <a:ext uri="{FF2B5EF4-FFF2-40B4-BE49-F238E27FC236}">
                <a16:creationId xmlns:a16="http://schemas.microsoft.com/office/drawing/2014/main" id="{1C384F0A-BCDF-C1F8-B7A8-BB227EF46CF1}"/>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97" name="Line 24">
            <a:extLst>
              <a:ext uri="{FF2B5EF4-FFF2-40B4-BE49-F238E27FC236}">
                <a16:creationId xmlns:a16="http://schemas.microsoft.com/office/drawing/2014/main" id="{BDFFF4AC-432B-2612-EBF3-1200FF5DBB08}"/>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98" name="Line 25">
            <a:extLst>
              <a:ext uri="{FF2B5EF4-FFF2-40B4-BE49-F238E27FC236}">
                <a16:creationId xmlns:a16="http://schemas.microsoft.com/office/drawing/2014/main" id="{C0EDD049-5D75-62B8-CC85-64B6DACC984B}"/>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299" name="Text Box 26">
            <a:extLst>
              <a:ext uri="{FF2B5EF4-FFF2-40B4-BE49-F238E27FC236}">
                <a16:creationId xmlns:a16="http://schemas.microsoft.com/office/drawing/2014/main" id="{BF5E3E3C-6514-E740-F199-FB3E9659EBA4}"/>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4300" name="Text Box 27">
            <a:extLst>
              <a:ext uri="{FF2B5EF4-FFF2-40B4-BE49-F238E27FC236}">
                <a16:creationId xmlns:a16="http://schemas.microsoft.com/office/drawing/2014/main" id="{04B58450-35E7-3A75-675A-111C13AFCBCA}"/>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4301" name="Text Box 28">
            <a:extLst>
              <a:ext uri="{FF2B5EF4-FFF2-40B4-BE49-F238E27FC236}">
                <a16:creationId xmlns:a16="http://schemas.microsoft.com/office/drawing/2014/main" id="{467DE0F7-B467-35B2-74D2-E89615A9676A}"/>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4302" name="Text Box 29">
            <a:extLst>
              <a:ext uri="{FF2B5EF4-FFF2-40B4-BE49-F238E27FC236}">
                <a16:creationId xmlns:a16="http://schemas.microsoft.com/office/drawing/2014/main" id="{94C630B3-0EF8-D372-6957-D6D8ACD1E1B4}"/>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4303" name="Text Box 30">
            <a:extLst>
              <a:ext uri="{FF2B5EF4-FFF2-40B4-BE49-F238E27FC236}">
                <a16:creationId xmlns:a16="http://schemas.microsoft.com/office/drawing/2014/main" id="{D7A6B9CF-6553-6D25-0E62-34C0FE6B3AEE}"/>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4304" name="Text Box 31">
            <a:extLst>
              <a:ext uri="{FF2B5EF4-FFF2-40B4-BE49-F238E27FC236}">
                <a16:creationId xmlns:a16="http://schemas.microsoft.com/office/drawing/2014/main" id="{594A993B-6F48-BC13-8967-C762E98DE3D8}"/>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4305" name="Text Box 32">
            <a:extLst>
              <a:ext uri="{FF2B5EF4-FFF2-40B4-BE49-F238E27FC236}">
                <a16:creationId xmlns:a16="http://schemas.microsoft.com/office/drawing/2014/main" id="{1F7F8B4B-E2C8-AF8D-C2F6-7D955B6D1F70}"/>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4306" name="Text Box 33">
            <a:extLst>
              <a:ext uri="{FF2B5EF4-FFF2-40B4-BE49-F238E27FC236}">
                <a16:creationId xmlns:a16="http://schemas.microsoft.com/office/drawing/2014/main" id="{D19D8BCE-E056-7C5B-C78E-84471D64CD29}"/>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4307" name="Text Box 34">
            <a:extLst>
              <a:ext uri="{FF2B5EF4-FFF2-40B4-BE49-F238E27FC236}">
                <a16:creationId xmlns:a16="http://schemas.microsoft.com/office/drawing/2014/main" id="{46AF6AEA-7551-060B-AA71-829B76ED9015}"/>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4308" name="Text Box 35">
            <a:extLst>
              <a:ext uri="{FF2B5EF4-FFF2-40B4-BE49-F238E27FC236}">
                <a16:creationId xmlns:a16="http://schemas.microsoft.com/office/drawing/2014/main" id="{FB636ECC-8594-3984-AB0B-7CDEBD1DF267}"/>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4309" name="Text Box 36">
            <a:extLst>
              <a:ext uri="{FF2B5EF4-FFF2-40B4-BE49-F238E27FC236}">
                <a16:creationId xmlns:a16="http://schemas.microsoft.com/office/drawing/2014/main" id="{8F709CB6-6C9C-55B3-7A4A-8F74E761C4B4}"/>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4310" name="Line 37">
            <a:extLst>
              <a:ext uri="{FF2B5EF4-FFF2-40B4-BE49-F238E27FC236}">
                <a16:creationId xmlns:a16="http://schemas.microsoft.com/office/drawing/2014/main" id="{6D49788F-7088-B540-C842-97AF6FC520AB}"/>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311" name="Text Box 38">
            <a:extLst>
              <a:ext uri="{FF2B5EF4-FFF2-40B4-BE49-F238E27FC236}">
                <a16:creationId xmlns:a16="http://schemas.microsoft.com/office/drawing/2014/main" id="{21ED4A8A-9BD7-57A4-C4EB-05F1B26DDD9A}"/>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4312" name="Text Box 39">
            <a:extLst>
              <a:ext uri="{FF2B5EF4-FFF2-40B4-BE49-F238E27FC236}">
                <a16:creationId xmlns:a16="http://schemas.microsoft.com/office/drawing/2014/main" id="{7DF26C7A-1555-0DDD-2F67-8BA877F72B9A}"/>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node with minimum distance</a:t>
            </a:r>
          </a:p>
        </p:txBody>
      </p:sp>
      <p:graphicFrame>
        <p:nvGraphicFramePr>
          <p:cNvPr id="436264" name="Group 40">
            <a:extLst>
              <a:ext uri="{FF2B5EF4-FFF2-40B4-BE49-F238E27FC236}">
                <a16:creationId xmlns:a16="http://schemas.microsoft.com/office/drawing/2014/main" id="{9FD856F2-A3BE-8C8B-C3DA-81A736AD6040}"/>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10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4365" name="Text Box 93">
            <a:extLst>
              <a:ext uri="{FF2B5EF4-FFF2-40B4-BE49-F238E27FC236}">
                <a16:creationId xmlns:a16="http://schemas.microsoft.com/office/drawing/2014/main" id="{0379AA64-EBA9-BCB2-5A56-4D4C231BCFCA}"/>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4366" name="Line 94">
            <a:extLst>
              <a:ext uri="{FF2B5EF4-FFF2-40B4-BE49-F238E27FC236}">
                <a16:creationId xmlns:a16="http://schemas.microsoft.com/office/drawing/2014/main" id="{CC830BEC-4C00-A4D8-B651-02A7DDF040EB}"/>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reeform 2">
            <a:extLst>
              <a:ext uri="{FF2B5EF4-FFF2-40B4-BE49-F238E27FC236}">
                <a16:creationId xmlns:a16="http://schemas.microsoft.com/office/drawing/2014/main" id="{CA96DB30-5F8A-0EC4-B4FC-54285B88C14F}"/>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5299" name="Text Box 3">
            <a:extLst>
              <a:ext uri="{FF2B5EF4-FFF2-40B4-BE49-F238E27FC236}">
                <a16:creationId xmlns:a16="http://schemas.microsoft.com/office/drawing/2014/main" id="{93DD62EE-BF94-CFDB-2401-CEADC4269A5E}"/>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5300" name="Line 4">
            <a:extLst>
              <a:ext uri="{FF2B5EF4-FFF2-40B4-BE49-F238E27FC236}">
                <a16:creationId xmlns:a16="http://schemas.microsoft.com/office/drawing/2014/main" id="{E16D33BF-8F93-0767-E115-AD05E545FAF5}"/>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1" name="Text Box 5">
            <a:extLst>
              <a:ext uri="{FF2B5EF4-FFF2-40B4-BE49-F238E27FC236}">
                <a16:creationId xmlns:a16="http://schemas.microsoft.com/office/drawing/2014/main" id="{510A5119-2BC0-F5F2-389C-8B44DF709145}"/>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5302" name="Line 6">
            <a:extLst>
              <a:ext uri="{FF2B5EF4-FFF2-40B4-BE49-F238E27FC236}">
                <a16:creationId xmlns:a16="http://schemas.microsoft.com/office/drawing/2014/main" id="{5B8A81E8-0705-0C6D-00BA-63D82BE21DE5}"/>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3" name="Line 7">
            <a:extLst>
              <a:ext uri="{FF2B5EF4-FFF2-40B4-BE49-F238E27FC236}">
                <a16:creationId xmlns:a16="http://schemas.microsoft.com/office/drawing/2014/main" id="{1F0C5587-6FB9-D468-9FD1-FF7BA4CED535}"/>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4" name="Line 8">
            <a:extLst>
              <a:ext uri="{FF2B5EF4-FFF2-40B4-BE49-F238E27FC236}">
                <a16:creationId xmlns:a16="http://schemas.microsoft.com/office/drawing/2014/main" id="{CD478257-9B65-2E82-56D5-D786E1BBF559}"/>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5" name="Line 9">
            <a:extLst>
              <a:ext uri="{FF2B5EF4-FFF2-40B4-BE49-F238E27FC236}">
                <a16:creationId xmlns:a16="http://schemas.microsoft.com/office/drawing/2014/main" id="{0E69DB5E-215D-25CD-9575-44CA1B27048B}"/>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6" name="Line 10">
            <a:extLst>
              <a:ext uri="{FF2B5EF4-FFF2-40B4-BE49-F238E27FC236}">
                <a16:creationId xmlns:a16="http://schemas.microsoft.com/office/drawing/2014/main" id="{7FCE46A2-F9BC-A8C4-6591-A850AEBB2D74}"/>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7" name="Line 11">
            <a:extLst>
              <a:ext uri="{FF2B5EF4-FFF2-40B4-BE49-F238E27FC236}">
                <a16:creationId xmlns:a16="http://schemas.microsoft.com/office/drawing/2014/main" id="{993AB632-9BF7-FD75-6FFB-902B84D95438}"/>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8" name="Line 12">
            <a:extLst>
              <a:ext uri="{FF2B5EF4-FFF2-40B4-BE49-F238E27FC236}">
                <a16:creationId xmlns:a16="http://schemas.microsoft.com/office/drawing/2014/main" id="{9B159446-A1D2-4CBA-1B3F-FF3437F0E91D}"/>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09" name="Line 13">
            <a:extLst>
              <a:ext uri="{FF2B5EF4-FFF2-40B4-BE49-F238E27FC236}">
                <a16:creationId xmlns:a16="http://schemas.microsoft.com/office/drawing/2014/main" id="{BE1511BC-76A2-6C25-05A6-BAE085817325}"/>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10" name="Line 14">
            <a:extLst>
              <a:ext uri="{FF2B5EF4-FFF2-40B4-BE49-F238E27FC236}">
                <a16:creationId xmlns:a16="http://schemas.microsoft.com/office/drawing/2014/main" id="{BF498B04-5CE4-E1CA-768D-7C1A30270A70}"/>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11" name="Oval 15">
            <a:extLst>
              <a:ext uri="{FF2B5EF4-FFF2-40B4-BE49-F238E27FC236}">
                <a16:creationId xmlns:a16="http://schemas.microsoft.com/office/drawing/2014/main" id="{06065351-2CDC-213C-1123-904BDFC9EA91}"/>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5312" name="Oval 16">
            <a:extLst>
              <a:ext uri="{FF2B5EF4-FFF2-40B4-BE49-F238E27FC236}">
                <a16:creationId xmlns:a16="http://schemas.microsoft.com/office/drawing/2014/main" id="{14D6C1E5-B40B-ABE4-B1E8-73BD2EB587AA}"/>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5313" name="Oval 17">
            <a:extLst>
              <a:ext uri="{FF2B5EF4-FFF2-40B4-BE49-F238E27FC236}">
                <a16:creationId xmlns:a16="http://schemas.microsoft.com/office/drawing/2014/main" id="{F9053A6C-CAA5-E3AE-1A42-78757115AA02}"/>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5314" name="Oval 18">
            <a:extLst>
              <a:ext uri="{FF2B5EF4-FFF2-40B4-BE49-F238E27FC236}">
                <a16:creationId xmlns:a16="http://schemas.microsoft.com/office/drawing/2014/main" id="{438BD1D4-BCA5-4062-4250-2207720E994D}"/>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5315" name="Oval 19">
            <a:extLst>
              <a:ext uri="{FF2B5EF4-FFF2-40B4-BE49-F238E27FC236}">
                <a16:creationId xmlns:a16="http://schemas.microsoft.com/office/drawing/2014/main" id="{5D751662-F9F1-67CE-A378-EE0AA4FE40E2}"/>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5316" name="Oval 20">
            <a:extLst>
              <a:ext uri="{FF2B5EF4-FFF2-40B4-BE49-F238E27FC236}">
                <a16:creationId xmlns:a16="http://schemas.microsoft.com/office/drawing/2014/main" id="{F1AAB2CA-DB0E-3004-03EE-8B1559404E8E}"/>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5317" name="Oval 21">
            <a:extLst>
              <a:ext uri="{FF2B5EF4-FFF2-40B4-BE49-F238E27FC236}">
                <a16:creationId xmlns:a16="http://schemas.microsoft.com/office/drawing/2014/main" id="{D7E50226-F4AB-7F7B-455F-FD8B1E11CAC2}"/>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5318" name="Oval 22">
            <a:extLst>
              <a:ext uri="{FF2B5EF4-FFF2-40B4-BE49-F238E27FC236}">
                <a16:creationId xmlns:a16="http://schemas.microsoft.com/office/drawing/2014/main" id="{56A8D5FF-7353-FFF8-3312-D77FA72B602A}"/>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5319" name="Oval 23">
            <a:extLst>
              <a:ext uri="{FF2B5EF4-FFF2-40B4-BE49-F238E27FC236}">
                <a16:creationId xmlns:a16="http://schemas.microsoft.com/office/drawing/2014/main" id="{CDBD2359-567D-A468-BB64-F0AFCFB9DED9}"/>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5320" name="Line 24">
            <a:extLst>
              <a:ext uri="{FF2B5EF4-FFF2-40B4-BE49-F238E27FC236}">
                <a16:creationId xmlns:a16="http://schemas.microsoft.com/office/drawing/2014/main" id="{8BB1468D-F894-ACC5-9A7E-6BB2AAAFA3AA}"/>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21" name="Line 25">
            <a:extLst>
              <a:ext uri="{FF2B5EF4-FFF2-40B4-BE49-F238E27FC236}">
                <a16:creationId xmlns:a16="http://schemas.microsoft.com/office/drawing/2014/main" id="{88581216-11A3-E48D-ACF8-3FA73F171D25}"/>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22" name="Line 26">
            <a:extLst>
              <a:ext uri="{FF2B5EF4-FFF2-40B4-BE49-F238E27FC236}">
                <a16:creationId xmlns:a16="http://schemas.microsoft.com/office/drawing/2014/main" id="{144B5863-CA50-FF93-AB86-CE4066E3DF7E}"/>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23" name="Text Box 27">
            <a:extLst>
              <a:ext uri="{FF2B5EF4-FFF2-40B4-BE49-F238E27FC236}">
                <a16:creationId xmlns:a16="http://schemas.microsoft.com/office/drawing/2014/main" id="{B866C422-5E87-66BF-4F86-884E7241872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5324" name="Text Box 28">
            <a:extLst>
              <a:ext uri="{FF2B5EF4-FFF2-40B4-BE49-F238E27FC236}">
                <a16:creationId xmlns:a16="http://schemas.microsoft.com/office/drawing/2014/main" id="{C0A567EC-5C1D-2817-0879-25DD25A9CC5C}"/>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5325" name="Text Box 29">
            <a:extLst>
              <a:ext uri="{FF2B5EF4-FFF2-40B4-BE49-F238E27FC236}">
                <a16:creationId xmlns:a16="http://schemas.microsoft.com/office/drawing/2014/main" id="{817ACC2B-9B0F-F841-B280-A050F3F46634}"/>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5326" name="Text Box 30">
            <a:extLst>
              <a:ext uri="{FF2B5EF4-FFF2-40B4-BE49-F238E27FC236}">
                <a16:creationId xmlns:a16="http://schemas.microsoft.com/office/drawing/2014/main" id="{321C49C8-A6E0-8526-E505-4203EEBA4A6B}"/>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5327" name="Text Box 31">
            <a:extLst>
              <a:ext uri="{FF2B5EF4-FFF2-40B4-BE49-F238E27FC236}">
                <a16:creationId xmlns:a16="http://schemas.microsoft.com/office/drawing/2014/main" id="{E3C2EFD4-5BB5-16E2-9BFB-C14F4D03503D}"/>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5328" name="Text Box 32">
            <a:extLst>
              <a:ext uri="{FF2B5EF4-FFF2-40B4-BE49-F238E27FC236}">
                <a16:creationId xmlns:a16="http://schemas.microsoft.com/office/drawing/2014/main" id="{681690BE-5368-E5BC-EBC3-4388031EC3BE}"/>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5329" name="Text Box 33">
            <a:extLst>
              <a:ext uri="{FF2B5EF4-FFF2-40B4-BE49-F238E27FC236}">
                <a16:creationId xmlns:a16="http://schemas.microsoft.com/office/drawing/2014/main" id="{CC241440-E0AA-76DA-918A-935EC8E3D434}"/>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5330" name="Text Box 34">
            <a:extLst>
              <a:ext uri="{FF2B5EF4-FFF2-40B4-BE49-F238E27FC236}">
                <a16:creationId xmlns:a16="http://schemas.microsoft.com/office/drawing/2014/main" id="{85BD6709-3C56-0167-5BF6-1C9E606078B5}"/>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5331" name="Text Box 35">
            <a:extLst>
              <a:ext uri="{FF2B5EF4-FFF2-40B4-BE49-F238E27FC236}">
                <a16:creationId xmlns:a16="http://schemas.microsoft.com/office/drawing/2014/main" id="{F43F95F1-3A00-D30C-6DCA-47A553921591}"/>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5332" name="Text Box 36">
            <a:extLst>
              <a:ext uri="{FF2B5EF4-FFF2-40B4-BE49-F238E27FC236}">
                <a16:creationId xmlns:a16="http://schemas.microsoft.com/office/drawing/2014/main" id="{1B20B888-B5E5-B48D-E84C-7D215822B0D5}"/>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5333" name="Text Box 37">
            <a:extLst>
              <a:ext uri="{FF2B5EF4-FFF2-40B4-BE49-F238E27FC236}">
                <a16:creationId xmlns:a16="http://schemas.microsoft.com/office/drawing/2014/main" id="{D6C3FAB1-A4B0-2666-72F2-F3E1488BECB5}"/>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5334" name="Line 38">
            <a:extLst>
              <a:ext uri="{FF2B5EF4-FFF2-40B4-BE49-F238E27FC236}">
                <a16:creationId xmlns:a16="http://schemas.microsoft.com/office/drawing/2014/main" id="{85F29C9A-3A20-9204-D3B0-BD89DE322B04}"/>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35" name="Text Box 39">
            <a:extLst>
              <a:ext uri="{FF2B5EF4-FFF2-40B4-BE49-F238E27FC236}">
                <a16:creationId xmlns:a16="http://schemas.microsoft.com/office/drawing/2014/main" id="{D5C77C33-64E3-7603-19E5-1DBAC9B96E9E}"/>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5336" name="Text Box 40">
            <a:extLst>
              <a:ext uri="{FF2B5EF4-FFF2-40B4-BE49-F238E27FC236}">
                <a16:creationId xmlns:a16="http://schemas.microsoft.com/office/drawing/2014/main" id="{3FAC9F4F-3971-5082-844F-32BE056C6DDB}"/>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Update distances of adjacent, unselected nodes</a:t>
            </a:r>
          </a:p>
        </p:txBody>
      </p:sp>
      <p:graphicFrame>
        <p:nvGraphicFramePr>
          <p:cNvPr id="438313" name="Group 41">
            <a:extLst>
              <a:ext uri="{FF2B5EF4-FFF2-40B4-BE49-F238E27FC236}">
                <a16:creationId xmlns:a16="http://schemas.microsoft.com/office/drawing/2014/main" id="{CAE991F3-61D0-F44B-BE2F-4EF04B1CA328}"/>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10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5389" name="Text Box 93">
            <a:extLst>
              <a:ext uri="{FF2B5EF4-FFF2-40B4-BE49-F238E27FC236}">
                <a16:creationId xmlns:a16="http://schemas.microsoft.com/office/drawing/2014/main" id="{6225E7F8-364F-3C67-9480-3FFEBEC37E35}"/>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5390" name="Line 94">
            <a:extLst>
              <a:ext uri="{FF2B5EF4-FFF2-40B4-BE49-F238E27FC236}">
                <a16:creationId xmlns:a16="http://schemas.microsoft.com/office/drawing/2014/main" id="{0175D66F-E531-C8E9-2570-190EB7424A58}"/>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391" name="Text Box 95">
            <a:extLst>
              <a:ext uri="{FF2B5EF4-FFF2-40B4-BE49-F238E27FC236}">
                <a16:creationId xmlns:a16="http://schemas.microsoft.com/office/drawing/2014/main" id="{1C51CAEE-F4C2-B114-28F8-7B0C0D864F6F}"/>
              </a:ext>
            </a:extLst>
          </p:cNvPr>
          <p:cNvSpPr txBox="1">
            <a:spLocks noChangeArrowheads="1"/>
          </p:cNvSpPr>
          <p:nvPr/>
        </p:nvSpPr>
        <p:spPr bwMode="auto">
          <a:xfrm>
            <a:off x="3962400" y="5029200"/>
            <a:ext cx="281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Table entries unchanged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reeform 2">
            <a:extLst>
              <a:ext uri="{FF2B5EF4-FFF2-40B4-BE49-F238E27FC236}">
                <a16:creationId xmlns:a16="http://schemas.microsoft.com/office/drawing/2014/main" id="{693835FE-ACF2-9ECF-37A7-E653D1441822}"/>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6323" name="Text Box 3">
            <a:extLst>
              <a:ext uri="{FF2B5EF4-FFF2-40B4-BE49-F238E27FC236}">
                <a16:creationId xmlns:a16="http://schemas.microsoft.com/office/drawing/2014/main" id="{172C6743-EA03-A99F-4EC6-282855E362CB}"/>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6324" name="Line 4">
            <a:extLst>
              <a:ext uri="{FF2B5EF4-FFF2-40B4-BE49-F238E27FC236}">
                <a16:creationId xmlns:a16="http://schemas.microsoft.com/office/drawing/2014/main" id="{A7A5CBB6-A15C-9C90-F0D7-AF8FDB708957}"/>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25" name="Text Box 5">
            <a:extLst>
              <a:ext uri="{FF2B5EF4-FFF2-40B4-BE49-F238E27FC236}">
                <a16:creationId xmlns:a16="http://schemas.microsoft.com/office/drawing/2014/main" id="{4F8466C3-DD1D-BBC7-7838-16AEDF807F62}"/>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6326" name="Line 6">
            <a:extLst>
              <a:ext uri="{FF2B5EF4-FFF2-40B4-BE49-F238E27FC236}">
                <a16:creationId xmlns:a16="http://schemas.microsoft.com/office/drawing/2014/main" id="{88FE6E90-4BAC-EECE-6834-A306231D18E4}"/>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27" name="Line 7">
            <a:extLst>
              <a:ext uri="{FF2B5EF4-FFF2-40B4-BE49-F238E27FC236}">
                <a16:creationId xmlns:a16="http://schemas.microsoft.com/office/drawing/2014/main" id="{989F7C9F-D945-2363-B8C1-201A7D93ADFD}"/>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28" name="Line 8">
            <a:extLst>
              <a:ext uri="{FF2B5EF4-FFF2-40B4-BE49-F238E27FC236}">
                <a16:creationId xmlns:a16="http://schemas.microsoft.com/office/drawing/2014/main" id="{83EBA27D-976D-8AA5-0C72-AC7622AFAB2B}"/>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29" name="Line 9">
            <a:extLst>
              <a:ext uri="{FF2B5EF4-FFF2-40B4-BE49-F238E27FC236}">
                <a16:creationId xmlns:a16="http://schemas.microsoft.com/office/drawing/2014/main" id="{4B5C2763-0F19-74C6-4345-CD7F160ABBB4}"/>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30" name="Line 10">
            <a:extLst>
              <a:ext uri="{FF2B5EF4-FFF2-40B4-BE49-F238E27FC236}">
                <a16:creationId xmlns:a16="http://schemas.microsoft.com/office/drawing/2014/main" id="{05EAC382-DEBE-E831-BB50-F5D438837E47}"/>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31" name="Line 11">
            <a:extLst>
              <a:ext uri="{FF2B5EF4-FFF2-40B4-BE49-F238E27FC236}">
                <a16:creationId xmlns:a16="http://schemas.microsoft.com/office/drawing/2014/main" id="{5B97546F-C5C9-B04E-EA31-DD61806530DA}"/>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32" name="Line 12">
            <a:extLst>
              <a:ext uri="{FF2B5EF4-FFF2-40B4-BE49-F238E27FC236}">
                <a16:creationId xmlns:a16="http://schemas.microsoft.com/office/drawing/2014/main" id="{108D34A4-EFC7-0D7E-EC5C-DB17ACF31CA0}"/>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33" name="Line 13">
            <a:extLst>
              <a:ext uri="{FF2B5EF4-FFF2-40B4-BE49-F238E27FC236}">
                <a16:creationId xmlns:a16="http://schemas.microsoft.com/office/drawing/2014/main" id="{22A8F3E6-F938-5C72-0093-AE621CCCC863}"/>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34" name="Line 14">
            <a:extLst>
              <a:ext uri="{FF2B5EF4-FFF2-40B4-BE49-F238E27FC236}">
                <a16:creationId xmlns:a16="http://schemas.microsoft.com/office/drawing/2014/main" id="{9032A159-B082-DAE6-7324-65F8FAA21314}"/>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35" name="Oval 15">
            <a:extLst>
              <a:ext uri="{FF2B5EF4-FFF2-40B4-BE49-F238E27FC236}">
                <a16:creationId xmlns:a16="http://schemas.microsoft.com/office/drawing/2014/main" id="{2840C6E2-95F4-D5D9-005E-F014F3761936}"/>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6336" name="Oval 16">
            <a:extLst>
              <a:ext uri="{FF2B5EF4-FFF2-40B4-BE49-F238E27FC236}">
                <a16:creationId xmlns:a16="http://schemas.microsoft.com/office/drawing/2014/main" id="{856C9892-4F5F-BB36-354F-41B899ACA4E3}"/>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6337" name="Oval 17">
            <a:extLst>
              <a:ext uri="{FF2B5EF4-FFF2-40B4-BE49-F238E27FC236}">
                <a16:creationId xmlns:a16="http://schemas.microsoft.com/office/drawing/2014/main" id="{39D27C51-59B6-3B09-34B6-3AF9A7033D85}"/>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6338" name="Oval 18">
            <a:extLst>
              <a:ext uri="{FF2B5EF4-FFF2-40B4-BE49-F238E27FC236}">
                <a16:creationId xmlns:a16="http://schemas.microsoft.com/office/drawing/2014/main" id="{2CC788C9-2003-1DD2-B046-9D4940915289}"/>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6339" name="Oval 19">
            <a:extLst>
              <a:ext uri="{FF2B5EF4-FFF2-40B4-BE49-F238E27FC236}">
                <a16:creationId xmlns:a16="http://schemas.microsoft.com/office/drawing/2014/main" id="{065B6D18-BE58-094B-7CA0-D27AB86E134A}"/>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6340" name="Oval 20">
            <a:extLst>
              <a:ext uri="{FF2B5EF4-FFF2-40B4-BE49-F238E27FC236}">
                <a16:creationId xmlns:a16="http://schemas.microsoft.com/office/drawing/2014/main" id="{944A1DA7-F1B5-7A8D-214F-D4789729A9BA}"/>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6341" name="Oval 21">
            <a:extLst>
              <a:ext uri="{FF2B5EF4-FFF2-40B4-BE49-F238E27FC236}">
                <a16:creationId xmlns:a16="http://schemas.microsoft.com/office/drawing/2014/main" id="{3F814FA6-EB14-CADD-E02B-9B45F1C89715}"/>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6342" name="Oval 22">
            <a:extLst>
              <a:ext uri="{FF2B5EF4-FFF2-40B4-BE49-F238E27FC236}">
                <a16:creationId xmlns:a16="http://schemas.microsoft.com/office/drawing/2014/main" id="{A9E9737A-849D-7B0C-7549-8A1D2597EB8A}"/>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6343" name="Oval 23">
            <a:extLst>
              <a:ext uri="{FF2B5EF4-FFF2-40B4-BE49-F238E27FC236}">
                <a16:creationId xmlns:a16="http://schemas.microsoft.com/office/drawing/2014/main" id="{0B1A712E-3E98-FDEF-E966-308276A92DDD}"/>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6344" name="Line 24">
            <a:extLst>
              <a:ext uri="{FF2B5EF4-FFF2-40B4-BE49-F238E27FC236}">
                <a16:creationId xmlns:a16="http://schemas.microsoft.com/office/drawing/2014/main" id="{C57069E1-E9DF-3F4E-0CBF-A8450C769DC8}"/>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45" name="Line 25">
            <a:extLst>
              <a:ext uri="{FF2B5EF4-FFF2-40B4-BE49-F238E27FC236}">
                <a16:creationId xmlns:a16="http://schemas.microsoft.com/office/drawing/2014/main" id="{B8E56840-9866-9898-D20B-7E6E3C70CB89}"/>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46" name="Line 26">
            <a:extLst>
              <a:ext uri="{FF2B5EF4-FFF2-40B4-BE49-F238E27FC236}">
                <a16:creationId xmlns:a16="http://schemas.microsoft.com/office/drawing/2014/main" id="{C9D78097-4382-4FD6-2DBA-52952CD21755}"/>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47" name="Text Box 27">
            <a:extLst>
              <a:ext uri="{FF2B5EF4-FFF2-40B4-BE49-F238E27FC236}">
                <a16:creationId xmlns:a16="http://schemas.microsoft.com/office/drawing/2014/main" id="{FE8B988B-8E52-FB89-B02D-8C721738720C}"/>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6348" name="Text Box 28">
            <a:extLst>
              <a:ext uri="{FF2B5EF4-FFF2-40B4-BE49-F238E27FC236}">
                <a16:creationId xmlns:a16="http://schemas.microsoft.com/office/drawing/2014/main" id="{DF89B9E9-0714-7AA2-9CCC-89B05D702E6F}"/>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6349" name="Text Box 29">
            <a:extLst>
              <a:ext uri="{FF2B5EF4-FFF2-40B4-BE49-F238E27FC236}">
                <a16:creationId xmlns:a16="http://schemas.microsoft.com/office/drawing/2014/main" id="{3FC98B63-EBA3-87C4-C39D-D2674BB5740D}"/>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6350" name="Text Box 30">
            <a:extLst>
              <a:ext uri="{FF2B5EF4-FFF2-40B4-BE49-F238E27FC236}">
                <a16:creationId xmlns:a16="http://schemas.microsoft.com/office/drawing/2014/main" id="{06E47A3D-3201-2532-1717-518D6BB4BB74}"/>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6351" name="Text Box 31">
            <a:extLst>
              <a:ext uri="{FF2B5EF4-FFF2-40B4-BE49-F238E27FC236}">
                <a16:creationId xmlns:a16="http://schemas.microsoft.com/office/drawing/2014/main" id="{3301EE14-2C2B-8F97-9766-BB28162257DA}"/>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6352" name="Text Box 32">
            <a:extLst>
              <a:ext uri="{FF2B5EF4-FFF2-40B4-BE49-F238E27FC236}">
                <a16:creationId xmlns:a16="http://schemas.microsoft.com/office/drawing/2014/main" id="{7833BD8A-982C-3B29-7C75-EE469CF6FFB4}"/>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6353" name="Text Box 33">
            <a:extLst>
              <a:ext uri="{FF2B5EF4-FFF2-40B4-BE49-F238E27FC236}">
                <a16:creationId xmlns:a16="http://schemas.microsoft.com/office/drawing/2014/main" id="{2FE6C822-D041-E8F5-42EC-2D91457C1400}"/>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6354" name="Text Box 34">
            <a:extLst>
              <a:ext uri="{FF2B5EF4-FFF2-40B4-BE49-F238E27FC236}">
                <a16:creationId xmlns:a16="http://schemas.microsoft.com/office/drawing/2014/main" id="{16F32D4D-F3A6-99FF-1F45-24E2ADA8E7C6}"/>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6355" name="Text Box 35">
            <a:extLst>
              <a:ext uri="{FF2B5EF4-FFF2-40B4-BE49-F238E27FC236}">
                <a16:creationId xmlns:a16="http://schemas.microsoft.com/office/drawing/2014/main" id="{5969C3D7-E368-4EAF-BE6A-50277D48A333}"/>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6356" name="Text Box 36">
            <a:extLst>
              <a:ext uri="{FF2B5EF4-FFF2-40B4-BE49-F238E27FC236}">
                <a16:creationId xmlns:a16="http://schemas.microsoft.com/office/drawing/2014/main" id="{9CB98E4C-DBAA-4336-23EB-DFFF7627FBC0}"/>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6357" name="Text Box 37">
            <a:extLst>
              <a:ext uri="{FF2B5EF4-FFF2-40B4-BE49-F238E27FC236}">
                <a16:creationId xmlns:a16="http://schemas.microsoft.com/office/drawing/2014/main" id="{B4B80A31-B971-19D4-7F12-FF6438EA0373}"/>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6358" name="Line 38">
            <a:extLst>
              <a:ext uri="{FF2B5EF4-FFF2-40B4-BE49-F238E27FC236}">
                <a16:creationId xmlns:a16="http://schemas.microsoft.com/office/drawing/2014/main" id="{9B239419-A753-A7B3-6B6B-E080B96FF8EB}"/>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6359" name="Text Box 39">
            <a:extLst>
              <a:ext uri="{FF2B5EF4-FFF2-40B4-BE49-F238E27FC236}">
                <a16:creationId xmlns:a16="http://schemas.microsoft.com/office/drawing/2014/main" id="{29EC35BF-4979-BB0D-1EF4-B71EFAA69ABB}"/>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6360" name="Text Box 40">
            <a:extLst>
              <a:ext uri="{FF2B5EF4-FFF2-40B4-BE49-F238E27FC236}">
                <a16:creationId xmlns:a16="http://schemas.microsoft.com/office/drawing/2014/main" id="{4D593C88-623E-203D-96FD-DEFEC8612B9A}"/>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node with minimum distance</a:t>
            </a:r>
          </a:p>
        </p:txBody>
      </p:sp>
      <p:graphicFrame>
        <p:nvGraphicFramePr>
          <p:cNvPr id="439337" name="Group 41">
            <a:extLst>
              <a:ext uri="{FF2B5EF4-FFF2-40B4-BE49-F238E27FC236}">
                <a16:creationId xmlns:a16="http://schemas.microsoft.com/office/drawing/2014/main" id="{C8A79078-9F0E-1C21-E106-4B9412A895F4}"/>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10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6413" name="Text Box 93">
            <a:extLst>
              <a:ext uri="{FF2B5EF4-FFF2-40B4-BE49-F238E27FC236}">
                <a16:creationId xmlns:a16="http://schemas.microsoft.com/office/drawing/2014/main" id="{8EF808C7-4A05-9642-16B9-A1116D7FA1A2}"/>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6414" name="Line 94">
            <a:extLst>
              <a:ext uri="{FF2B5EF4-FFF2-40B4-BE49-F238E27FC236}">
                <a16:creationId xmlns:a16="http://schemas.microsoft.com/office/drawing/2014/main" id="{0B12545F-9059-362C-E46D-30F61051A65E}"/>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reeform 2">
            <a:extLst>
              <a:ext uri="{FF2B5EF4-FFF2-40B4-BE49-F238E27FC236}">
                <a16:creationId xmlns:a16="http://schemas.microsoft.com/office/drawing/2014/main" id="{7F0D0B57-C853-0364-1AC3-727BBAABB59F}"/>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7347" name="Text Box 3">
            <a:extLst>
              <a:ext uri="{FF2B5EF4-FFF2-40B4-BE49-F238E27FC236}">
                <a16:creationId xmlns:a16="http://schemas.microsoft.com/office/drawing/2014/main" id="{961A3963-1C66-EEAB-F045-A5293836EC41}"/>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7348" name="Line 4">
            <a:extLst>
              <a:ext uri="{FF2B5EF4-FFF2-40B4-BE49-F238E27FC236}">
                <a16:creationId xmlns:a16="http://schemas.microsoft.com/office/drawing/2014/main" id="{C826336E-188E-366A-52BE-F94F0C9D901F}"/>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49" name="Text Box 5">
            <a:extLst>
              <a:ext uri="{FF2B5EF4-FFF2-40B4-BE49-F238E27FC236}">
                <a16:creationId xmlns:a16="http://schemas.microsoft.com/office/drawing/2014/main" id="{6723F9A3-3DB9-35E8-6A74-AD63CB5FEFAB}"/>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7350" name="Line 6">
            <a:extLst>
              <a:ext uri="{FF2B5EF4-FFF2-40B4-BE49-F238E27FC236}">
                <a16:creationId xmlns:a16="http://schemas.microsoft.com/office/drawing/2014/main" id="{39C73EAF-931B-D5C2-56F1-CB57DFA92466}"/>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1" name="Line 7">
            <a:extLst>
              <a:ext uri="{FF2B5EF4-FFF2-40B4-BE49-F238E27FC236}">
                <a16:creationId xmlns:a16="http://schemas.microsoft.com/office/drawing/2014/main" id="{5BCC6070-8416-B36A-3937-6B1E5A46EE68}"/>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2" name="Line 8">
            <a:extLst>
              <a:ext uri="{FF2B5EF4-FFF2-40B4-BE49-F238E27FC236}">
                <a16:creationId xmlns:a16="http://schemas.microsoft.com/office/drawing/2014/main" id="{647C9F6C-CF00-9522-B1B0-3F5644BAB819}"/>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3" name="Line 9">
            <a:extLst>
              <a:ext uri="{FF2B5EF4-FFF2-40B4-BE49-F238E27FC236}">
                <a16:creationId xmlns:a16="http://schemas.microsoft.com/office/drawing/2014/main" id="{E1DB8B46-A57D-3600-9372-721921E814F4}"/>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4" name="Line 10">
            <a:extLst>
              <a:ext uri="{FF2B5EF4-FFF2-40B4-BE49-F238E27FC236}">
                <a16:creationId xmlns:a16="http://schemas.microsoft.com/office/drawing/2014/main" id="{24A92FEB-7104-EAB5-6FE3-A435C6C6BD50}"/>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5" name="Line 11">
            <a:extLst>
              <a:ext uri="{FF2B5EF4-FFF2-40B4-BE49-F238E27FC236}">
                <a16:creationId xmlns:a16="http://schemas.microsoft.com/office/drawing/2014/main" id="{07446F92-12CE-159A-A7FE-C5D392524A21}"/>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6" name="Line 12">
            <a:extLst>
              <a:ext uri="{FF2B5EF4-FFF2-40B4-BE49-F238E27FC236}">
                <a16:creationId xmlns:a16="http://schemas.microsoft.com/office/drawing/2014/main" id="{38BC4FCF-10BA-F6E3-1ECC-6440CBE15E83}"/>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7" name="Line 13">
            <a:extLst>
              <a:ext uri="{FF2B5EF4-FFF2-40B4-BE49-F238E27FC236}">
                <a16:creationId xmlns:a16="http://schemas.microsoft.com/office/drawing/2014/main" id="{5CF5C900-710A-D6C6-AE22-ED42D431AB1D}"/>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8" name="Line 14">
            <a:extLst>
              <a:ext uri="{FF2B5EF4-FFF2-40B4-BE49-F238E27FC236}">
                <a16:creationId xmlns:a16="http://schemas.microsoft.com/office/drawing/2014/main" id="{4EE24641-E7BC-0899-6286-FDD7DD8DBFEB}"/>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59" name="Oval 15">
            <a:extLst>
              <a:ext uri="{FF2B5EF4-FFF2-40B4-BE49-F238E27FC236}">
                <a16:creationId xmlns:a16="http://schemas.microsoft.com/office/drawing/2014/main" id="{A12D23DC-1113-B158-FFE2-4AE02211043A}"/>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7360" name="Oval 16">
            <a:extLst>
              <a:ext uri="{FF2B5EF4-FFF2-40B4-BE49-F238E27FC236}">
                <a16:creationId xmlns:a16="http://schemas.microsoft.com/office/drawing/2014/main" id="{9A49BB83-276B-253C-C682-0E9E733CFE70}"/>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7361" name="Oval 17">
            <a:extLst>
              <a:ext uri="{FF2B5EF4-FFF2-40B4-BE49-F238E27FC236}">
                <a16:creationId xmlns:a16="http://schemas.microsoft.com/office/drawing/2014/main" id="{A7C9C96E-1681-44B2-9C28-3F2923D00E2D}"/>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7362" name="Oval 18">
            <a:extLst>
              <a:ext uri="{FF2B5EF4-FFF2-40B4-BE49-F238E27FC236}">
                <a16:creationId xmlns:a16="http://schemas.microsoft.com/office/drawing/2014/main" id="{F4BA6D7D-D6A8-7756-FA5E-3562E3C6618E}"/>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7363" name="Oval 19">
            <a:extLst>
              <a:ext uri="{FF2B5EF4-FFF2-40B4-BE49-F238E27FC236}">
                <a16:creationId xmlns:a16="http://schemas.microsoft.com/office/drawing/2014/main" id="{7BFDCE07-84FC-2125-E05E-D5BA645228EC}"/>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7364" name="Oval 20">
            <a:extLst>
              <a:ext uri="{FF2B5EF4-FFF2-40B4-BE49-F238E27FC236}">
                <a16:creationId xmlns:a16="http://schemas.microsoft.com/office/drawing/2014/main" id="{1134CF30-87A5-9D57-6DAA-67289D592256}"/>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7365" name="Oval 21">
            <a:extLst>
              <a:ext uri="{FF2B5EF4-FFF2-40B4-BE49-F238E27FC236}">
                <a16:creationId xmlns:a16="http://schemas.microsoft.com/office/drawing/2014/main" id="{B67A1A15-3607-E71A-D4DA-68E09B1BFAF2}"/>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7366" name="Oval 22">
            <a:extLst>
              <a:ext uri="{FF2B5EF4-FFF2-40B4-BE49-F238E27FC236}">
                <a16:creationId xmlns:a16="http://schemas.microsoft.com/office/drawing/2014/main" id="{B5583AF7-4427-F388-D7DD-7FD752BB93AB}"/>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7367" name="Oval 23">
            <a:extLst>
              <a:ext uri="{FF2B5EF4-FFF2-40B4-BE49-F238E27FC236}">
                <a16:creationId xmlns:a16="http://schemas.microsoft.com/office/drawing/2014/main" id="{026CAAEA-F20C-9A70-8191-30BCC96BD9B7}"/>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7368" name="Line 24">
            <a:extLst>
              <a:ext uri="{FF2B5EF4-FFF2-40B4-BE49-F238E27FC236}">
                <a16:creationId xmlns:a16="http://schemas.microsoft.com/office/drawing/2014/main" id="{C66C34A4-96BF-C96C-F651-1D3751EE6E87}"/>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69" name="Line 25">
            <a:extLst>
              <a:ext uri="{FF2B5EF4-FFF2-40B4-BE49-F238E27FC236}">
                <a16:creationId xmlns:a16="http://schemas.microsoft.com/office/drawing/2014/main" id="{1F3DF8CB-B1C7-FAE4-986F-75E6691FDB02}"/>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70" name="Line 26">
            <a:extLst>
              <a:ext uri="{FF2B5EF4-FFF2-40B4-BE49-F238E27FC236}">
                <a16:creationId xmlns:a16="http://schemas.microsoft.com/office/drawing/2014/main" id="{C6F99E4E-A0DD-5CD6-30F4-90841E169978}"/>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71" name="Text Box 27">
            <a:extLst>
              <a:ext uri="{FF2B5EF4-FFF2-40B4-BE49-F238E27FC236}">
                <a16:creationId xmlns:a16="http://schemas.microsoft.com/office/drawing/2014/main" id="{95532142-077A-6484-C261-35E864C0C87A}"/>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7372" name="Text Box 28">
            <a:extLst>
              <a:ext uri="{FF2B5EF4-FFF2-40B4-BE49-F238E27FC236}">
                <a16:creationId xmlns:a16="http://schemas.microsoft.com/office/drawing/2014/main" id="{EDE8CD36-405E-F618-4387-E66334251FB8}"/>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7373" name="Text Box 29">
            <a:extLst>
              <a:ext uri="{FF2B5EF4-FFF2-40B4-BE49-F238E27FC236}">
                <a16:creationId xmlns:a16="http://schemas.microsoft.com/office/drawing/2014/main" id="{C12922FA-8E38-8177-7278-EEB0F7AD0854}"/>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7374" name="Text Box 30">
            <a:extLst>
              <a:ext uri="{FF2B5EF4-FFF2-40B4-BE49-F238E27FC236}">
                <a16:creationId xmlns:a16="http://schemas.microsoft.com/office/drawing/2014/main" id="{6DB7334C-9D0F-C0EE-6882-6C05F4ADCDF9}"/>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7375" name="Text Box 31">
            <a:extLst>
              <a:ext uri="{FF2B5EF4-FFF2-40B4-BE49-F238E27FC236}">
                <a16:creationId xmlns:a16="http://schemas.microsoft.com/office/drawing/2014/main" id="{4ECC572C-8DD2-B573-84E8-C51BCF74BE7D}"/>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7376" name="Text Box 32">
            <a:extLst>
              <a:ext uri="{FF2B5EF4-FFF2-40B4-BE49-F238E27FC236}">
                <a16:creationId xmlns:a16="http://schemas.microsoft.com/office/drawing/2014/main" id="{4FE43B30-1009-592A-624A-DF44EB246106}"/>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7377" name="Text Box 33">
            <a:extLst>
              <a:ext uri="{FF2B5EF4-FFF2-40B4-BE49-F238E27FC236}">
                <a16:creationId xmlns:a16="http://schemas.microsoft.com/office/drawing/2014/main" id="{D76C8886-F534-DA75-CFD1-B1041F1B60ED}"/>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7378" name="Text Box 34">
            <a:extLst>
              <a:ext uri="{FF2B5EF4-FFF2-40B4-BE49-F238E27FC236}">
                <a16:creationId xmlns:a16="http://schemas.microsoft.com/office/drawing/2014/main" id="{CE9804F2-7F84-4877-52D2-9F99B32B51F1}"/>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7379" name="Text Box 35">
            <a:extLst>
              <a:ext uri="{FF2B5EF4-FFF2-40B4-BE49-F238E27FC236}">
                <a16:creationId xmlns:a16="http://schemas.microsoft.com/office/drawing/2014/main" id="{62F91725-5444-9874-DCB8-704027092134}"/>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7380" name="Text Box 36">
            <a:extLst>
              <a:ext uri="{FF2B5EF4-FFF2-40B4-BE49-F238E27FC236}">
                <a16:creationId xmlns:a16="http://schemas.microsoft.com/office/drawing/2014/main" id="{FA907A85-B7A1-DB49-9016-4B36C0D4ACF3}"/>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7381" name="Text Box 37">
            <a:extLst>
              <a:ext uri="{FF2B5EF4-FFF2-40B4-BE49-F238E27FC236}">
                <a16:creationId xmlns:a16="http://schemas.microsoft.com/office/drawing/2014/main" id="{7232BEA8-F7D1-2A67-09EA-3B2EE35B3FAF}"/>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7382" name="Line 38">
            <a:extLst>
              <a:ext uri="{FF2B5EF4-FFF2-40B4-BE49-F238E27FC236}">
                <a16:creationId xmlns:a16="http://schemas.microsoft.com/office/drawing/2014/main" id="{16D04F8D-4BD1-5D3B-65EE-E9275DD598C1}"/>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7383" name="Text Box 39">
            <a:extLst>
              <a:ext uri="{FF2B5EF4-FFF2-40B4-BE49-F238E27FC236}">
                <a16:creationId xmlns:a16="http://schemas.microsoft.com/office/drawing/2014/main" id="{A3A00D5A-4823-10B4-07E1-2CA154F150CC}"/>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7384" name="Text Box 40">
            <a:extLst>
              <a:ext uri="{FF2B5EF4-FFF2-40B4-BE49-F238E27FC236}">
                <a16:creationId xmlns:a16="http://schemas.microsoft.com/office/drawing/2014/main" id="{F4117086-C724-35E4-3E4C-E60E4F128BF5}"/>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Update distances of adjacent, unselected nodes</a:t>
            </a:r>
          </a:p>
        </p:txBody>
      </p:sp>
      <p:graphicFrame>
        <p:nvGraphicFramePr>
          <p:cNvPr id="455721" name="Group 41">
            <a:extLst>
              <a:ext uri="{FF2B5EF4-FFF2-40B4-BE49-F238E27FC236}">
                <a16:creationId xmlns:a16="http://schemas.microsoft.com/office/drawing/2014/main" id="{7A46313F-A01F-A8BD-A034-FEC14430AEC8}"/>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sym typeface="Symbol" pitchFamily="18" charset="2"/>
                        </a:rPr>
                        <a:t>H</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7437" name="Text Box 93">
            <a:extLst>
              <a:ext uri="{FF2B5EF4-FFF2-40B4-BE49-F238E27FC236}">
                <a16:creationId xmlns:a16="http://schemas.microsoft.com/office/drawing/2014/main" id="{AB33DD70-298C-F6A4-2F14-E8AEED709E2C}"/>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7438" name="Line 94">
            <a:extLst>
              <a:ext uri="{FF2B5EF4-FFF2-40B4-BE49-F238E27FC236}">
                <a16:creationId xmlns:a16="http://schemas.microsoft.com/office/drawing/2014/main" id="{AFBB3387-16EB-9BA7-7BDB-FD60D1530685}"/>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reeform 3">
            <a:extLst>
              <a:ext uri="{FF2B5EF4-FFF2-40B4-BE49-F238E27FC236}">
                <a16:creationId xmlns:a16="http://schemas.microsoft.com/office/drawing/2014/main" id="{DD7AF261-DE4F-DC9A-463E-388CA5EE422F}"/>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8371" name="Text Box 4">
            <a:extLst>
              <a:ext uri="{FF2B5EF4-FFF2-40B4-BE49-F238E27FC236}">
                <a16:creationId xmlns:a16="http://schemas.microsoft.com/office/drawing/2014/main" id="{BA090FA1-9824-B6E7-B994-6A0BF9846827}"/>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8372" name="Line 5">
            <a:extLst>
              <a:ext uri="{FF2B5EF4-FFF2-40B4-BE49-F238E27FC236}">
                <a16:creationId xmlns:a16="http://schemas.microsoft.com/office/drawing/2014/main" id="{08B44714-FCB9-D339-96D0-680AD66E3954}"/>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73" name="Text Box 6">
            <a:extLst>
              <a:ext uri="{FF2B5EF4-FFF2-40B4-BE49-F238E27FC236}">
                <a16:creationId xmlns:a16="http://schemas.microsoft.com/office/drawing/2014/main" id="{FC8868B5-45CF-BCF8-5D34-5118B39F9F99}"/>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8374" name="Line 7">
            <a:extLst>
              <a:ext uri="{FF2B5EF4-FFF2-40B4-BE49-F238E27FC236}">
                <a16:creationId xmlns:a16="http://schemas.microsoft.com/office/drawing/2014/main" id="{B5A926C3-A58A-8E3A-2175-6A9841BAD869}"/>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75" name="Line 8">
            <a:extLst>
              <a:ext uri="{FF2B5EF4-FFF2-40B4-BE49-F238E27FC236}">
                <a16:creationId xmlns:a16="http://schemas.microsoft.com/office/drawing/2014/main" id="{9383567F-0E9C-795C-2CDB-DFFD777A560F}"/>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76" name="Line 9">
            <a:extLst>
              <a:ext uri="{FF2B5EF4-FFF2-40B4-BE49-F238E27FC236}">
                <a16:creationId xmlns:a16="http://schemas.microsoft.com/office/drawing/2014/main" id="{B9347FEC-57C8-4C54-CB5E-5F7D78D0CD12}"/>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77" name="Line 10">
            <a:extLst>
              <a:ext uri="{FF2B5EF4-FFF2-40B4-BE49-F238E27FC236}">
                <a16:creationId xmlns:a16="http://schemas.microsoft.com/office/drawing/2014/main" id="{E484C98C-BAB6-CD9C-03C9-3D4046018611}"/>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78" name="Line 11">
            <a:extLst>
              <a:ext uri="{FF2B5EF4-FFF2-40B4-BE49-F238E27FC236}">
                <a16:creationId xmlns:a16="http://schemas.microsoft.com/office/drawing/2014/main" id="{646894D6-9866-C6E8-B7F1-AA337DD0DDCD}"/>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79" name="Line 12">
            <a:extLst>
              <a:ext uri="{FF2B5EF4-FFF2-40B4-BE49-F238E27FC236}">
                <a16:creationId xmlns:a16="http://schemas.microsoft.com/office/drawing/2014/main" id="{21FAE21F-C5B2-17F7-4250-DE81ED836B58}"/>
              </a:ext>
            </a:extLst>
          </p:cNvPr>
          <p:cNvSpPr>
            <a:spLocks noChangeShapeType="1"/>
          </p:cNvSpPr>
          <p:nvPr/>
        </p:nvSpPr>
        <p:spPr bwMode="auto">
          <a:xfrm flipV="1">
            <a:off x="762000" y="2743200"/>
            <a:ext cx="7620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80" name="Line 13">
            <a:extLst>
              <a:ext uri="{FF2B5EF4-FFF2-40B4-BE49-F238E27FC236}">
                <a16:creationId xmlns:a16="http://schemas.microsoft.com/office/drawing/2014/main" id="{A5E80D19-B209-70F7-2391-CADDBF4489B2}"/>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81" name="Line 14">
            <a:extLst>
              <a:ext uri="{FF2B5EF4-FFF2-40B4-BE49-F238E27FC236}">
                <a16:creationId xmlns:a16="http://schemas.microsoft.com/office/drawing/2014/main" id="{5BC0168C-F66A-A617-DAB7-409B95F0471A}"/>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82" name="Line 15">
            <a:extLst>
              <a:ext uri="{FF2B5EF4-FFF2-40B4-BE49-F238E27FC236}">
                <a16:creationId xmlns:a16="http://schemas.microsoft.com/office/drawing/2014/main" id="{5092892D-2CAA-4762-EAAF-E2B5E3B8FBEC}"/>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83" name="Oval 16">
            <a:extLst>
              <a:ext uri="{FF2B5EF4-FFF2-40B4-BE49-F238E27FC236}">
                <a16:creationId xmlns:a16="http://schemas.microsoft.com/office/drawing/2014/main" id="{07C18E11-147A-FCB0-4F19-08A0A9B51FFA}"/>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8384" name="Oval 17">
            <a:extLst>
              <a:ext uri="{FF2B5EF4-FFF2-40B4-BE49-F238E27FC236}">
                <a16:creationId xmlns:a16="http://schemas.microsoft.com/office/drawing/2014/main" id="{047F6878-646D-67E2-4153-0C36006B8B71}"/>
              </a:ext>
            </a:extLst>
          </p:cNvPr>
          <p:cNvSpPr>
            <a:spLocks noChangeArrowheads="1"/>
          </p:cNvSpPr>
          <p:nvPr/>
        </p:nvSpPr>
        <p:spPr bwMode="auto">
          <a:xfrm>
            <a:off x="685800" y="2286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8385" name="Oval 18">
            <a:extLst>
              <a:ext uri="{FF2B5EF4-FFF2-40B4-BE49-F238E27FC236}">
                <a16:creationId xmlns:a16="http://schemas.microsoft.com/office/drawing/2014/main" id="{4B27260E-3637-6C69-A2BB-62060414AFDB}"/>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8386" name="Oval 19">
            <a:extLst>
              <a:ext uri="{FF2B5EF4-FFF2-40B4-BE49-F238E27FC236}">
                <a16:creationId xmlns:a16="http://schemas.microsoft.com/office/drawing/2014/main" id="{A0CC9253-FDC1-ED5E-267F-47880BB1A8B1}"/>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8387" name="Oval 20">
            <a:extLst>
              <a:ext uri="{FF2B5EF4-FFF2-40B4-BE49-F238E27FC236}">
                <a16:creationId xmlns:a16="http://schemas.microsoft.com/office/drawing/2014/main" id="{92FE931B-3044-2808-8A7C-8F9A7B2BFF7D}"/>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8388" name="Oval 21">
            <a:extLst>
              <a:ext uri="{FF2B5EF4-FFF2-40B4-BE49-F238E27FC236}">
                <a16:creationId xmlns:a16="http://schemas.microsoft.com/office/drawing/2014/main" id="{4E8F2B7E-0112-D314-B7EE-522397845D53}"/>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8389" name="Oval 22">
            <a:extLst>
              <a:ext uri="{FF2B5EF4-FFF2-40B4-BE49-F238E27FC236}">
                <a16:creationId xmlns:a16="http://schemas.microsoft.com/office/drawing/2014/main" id="{705D5BD4-4B56-05B7-B212-74C179B4F656}"/>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8390" name="Oval 23">
            <a:extLst>
              <a:ext uri="{FF2B5EF4-FFF2-40B4-BE49-F238E27FC236}">
                <a16:creationId xmlns:a16="http://schemas.microsoft.com/office/drawing/2014/main" id="{37737D82-982F-DEFE-A05D-D0814369485C}"/>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8391" name="Oval 24">
            <a:extLst>
              <a:ext uri="{FF2B5EF4-FFF2-40B4-BE49-F238E27FC236}">
                <a16:creationId xmlns:a16="http://schemas.microsoft.com/office/drawing/2014/main" id="{E5E0AF47-0931-F492-24EB-AFD5F14ADF72}"/>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8392" name="Line 25">
            <a:extLst>
              <a:ext uri="{FF2B5EF4-FFF2-40B4-BE49-F238E27FC236}">
                <a16:creationId xmlns:a16="http://schemas.microsoft.com/office/drawing/2014/main" id="{5839E0F4-0175-AA5F-7C98-87E340FAABC0}"/>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93" name="Line 26">
            <a:extLst>
              <a:ext uri="{FF2B5EF4-FFF2-40B4-BE49-F238E27FC236}">
                <a16:creationId xmlns:a16="http://schemas.microsoft.com/office/drawing/2014/main" id="{D6392FC2-CBA2-CDB8-0A9B-AC35DC4E5C2E}"/>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94" name="Line 27">
            <a:extLst>
              <a:ext uri="{FF2B5EF4-FFF2-40B4-BE49-F238E27FC236}">
                <a16:creationId xmlns:a16="http://schemas.microsoft.com/office/drawing/2014/main" id="{E75691EC-F455-21CF-D969-2A006B6909D7}"/>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95" name="Text Box 28">
            <a:extLst>
              <a:ext uri="{FF2B5EF4-FFF2-40B4-BE49-F238E27FC236}">
                <a16:creationId xmlns:a16="http://schemas.microsoft.com/office/drawing/2014/main" id="{13A74370-49B9-54E5-B167-2E2C8A74045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8396" name="Text Box 29">
            <a:extLst>
              <a:ext uri="{FF2B5EF4-FFF2-40B4-BE49-F238E27FC236}">
                <a16:creationId xmlns:a16="http://schemas.microsoft.com/office/drawing/2014/main" id="{AFFADA32-0556-B4DA-67FA-10F419620E08}"/>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8397" name="Text Box 30">
            <a:extLst>
              <a:ext uri="{FF2B5EF4-FFF2-40B4-BE49-F238E27FC236}">
                <a16:creationId xmlns:a16="http://schemas.microsoft.com/office/drawing/2014/main" id="{024B971C-E303-FE66-4211-B1F95152BA8F}"/>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8398" name="Text Box 31">
            <a:extLst>
              <a:ext uri="{FF2B5EF4-FFF2-40B4-BE49-F238E27FC236}">
                <a16:creationId xmlns:a16="http://schemas.microsoft.com/office/drawing/2014/main" id="{917E3191-7435-FF88-9E44-5A4E5283B1A2}"/>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8399" name="Text Box 32">
            <a:extLst>
              <a:ext uri="{FF2B5EF4-FFF2-40B4-BE49-F238E27FC236}">
                <a16:creationId xmlns:a16="http://schemas.microsoft.com/office/drawing/2014/main" id="{257D8201-8652-90F7-4AD7-D5029A70322E}"/>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8400" name="Text Box 33">
            <a:extLst>
              <a:ext uri="{FF2B5EF4-FFF2-40B4-BE49-F238E27FC236}">
                <a16:creationId xmlns:a16="http://schemas.microsoft.com/office/drawing/2014/main" id="{D6712A6A-6D15-9FF4-B02B-900DC7B49B88}"/>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8401" name="Text Box 34">
            <a:extLst>
              <a:ext uri="{FF2B5EF4-FFF2-40B4-BE49-F238E27FC236}">
                <a16:creationId xmlns:a16="http://schemas.microsoft.com/office/drawing/2014/main" id="{884CD85D-3FBC-6C5C-FC3D-CF3592C146BB}"/>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8402" name="Text Box 35">
            <a:extLst>
              <a:ext uri="{FF2B5EF4-FFF2-40B4-BE49-F238E27FC236}">
                <a16:creationId xmlns:a16="http://schemas.microsoft.com/office/drawing/2014/main" id="{D61228CB-7B0A-E94F-3A28-97AEFAD9B8C3}"/>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8403" name="Text Box 36">
            <a:extLst>
              <a:ext uri="{FF2B5EF4-FFF2-40B4-BE49-F238E27FC236}">
                <a16:creationId xmlns:a16="http://schemas.microsoft.com/office/drawing/2014/main" id="{1EB7243E-5700-EF6F-8218-3F2247CD0456}"/>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8404" name="Text Box 37">
            <a:extLst>
              <a:ext uri="{FF2B5EF4-FFF2-40B4-BE49-F238E27FC236}">
                <a16:creationId xmlns:a16="http://schemas.microsoft.com/office/drawing/2014/main" id="{37CCD6E0-FD08-2B3E-57C2-EC7246CAE2DF}"/>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8405" name="Text Box 38">
            <a:extLst>
              <a:ext uri="{FF2B5EF4-FFF2-40B4-BE49-F238E27FC236}">
                <a16:creationId xmlns:a16="http://schemas.microsoft.com/office/drawing/2014/main" id="{C1358956-446D-626C-14BE-EEFCB0FB35C6}"/>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8406" name="Line 39">
            <a:extLst>
              <a:ext uri="{FF2B5EF4-FFF2-40B4-BE49-F238E27FC236}">
                <a16:creationId xmlns:a16="http://schemas.microsoft.com/office/drawing/2014/main" id="{13CADED1-D440-3082-2BA0-BF0F7184E40C}"/>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407" name="Text Box 40">
            <a:extLst>
              <a:ext uri="{FF2B5EF4-FFF2-40B4-BE49-F238E27FC236}">
                <a16:creationId xmlns:a16="http://schemas.microsoft.com/office/drawing/2014/main" id="{1DFB1DAB-23A6-51AD-ADCE-22A5D79EBEB2}"/>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8408" name="Text Box 41">
            <a:extLst>
              <a:ext uri="{FF2B5EF4-FFF2-40B4-BE49-F238E27FC236}">
                <a16:creationId xmlns:a16="http://schemas.microsoft.com/office/drawing/2014/main" id="{1A3A8384-1B75-60AF-CE1D-CB745E0733D6}"/>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node with minimum distance</a:t>
            </a:r>
          </a:p>
        </p:txBody>
      </p:sp>
      <p:graphicFrame>
        <p:nvGraphicFramePr>
          <p:cNvPr id="440362" name="Group 42">
            <a:extLst>
              <a:ext uri="{FF2B5EF4-FFF2-40B4-BE49-F238E27FC236}">
                <a16:creationId xmlns:a16="http://schemas.microsoft.com/office/drawing/2014/main" id="{C660814C-B0E3-456C-2B23-0A19369F054F}"/>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H</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8461" name="Text Box 94">
            <a:extLst>
              <a:ext uri="{FF2B5EF4-FFF2-40B4-BE49-F238E27FC236}">
                <a16:creationId xmlns:a16="http://schemas.microsoft.com/office/drawing/2014/main" id="{3EADF6F1-F4AD-8058-AFB1-02BA29222846}"/>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8462" name="Line 95">
            <a:extLst>
              <a:ext uri="{FF2B5EF4-FFF2-40B4-BE49-F238E27FC236}">
                <a16:creationId xmlns:a16="http://schemas.microsoft.com/office/drawing/2014/main" id="{03879C74-4655-1550-CAD9-07E708B12C60}"/>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reeform 2">
            <a:extLst>
              <a:ext uri="{FF2B5EF4-FFF2-40B4-BE49-F238E27FC236}">
                <a16:creationId xmlns:a16="http://schemas.microsoft.com/office/drawing/2014/main" id="{C03EBE24-D168-8C04-69F3-2186C82B8FF9}"/>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9395" name="Text Box 3">
            <a:extLst>
              <a:ext uri="{FF2B5EF4-FFF2-40B4-BE49-F238E27FC236}">
                <a16:creationId xmlns:a16="http://schemas.microsoft.com/office/drawing/2014/main" id="{ED0F1DB3-D86D-7579-1DE3-02F31A425FAB}"/>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9396" name="Line 4">
            <a:extLst>
              <a:ext uri="{FF2B5EF4-FFF2-40B4-BE49-F238E27FC236}">
                <a16:creationId xmlns:a16="http://schemas.microsoft.com/office/drawing/2014/main" id="{780E664A-38C2-8F82-74FC-F1FEF660937B}"/>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397" name="Text Box 5">
            <a:extLst>
              <a:ext uri="{FF2B5EF4-FFF2-40B4-BE49-F238E27FC236}">
                <a16:creationId xmlns:a16="http://schemas.microsoft.com/office/drawing/2014/main" id="{C9E3C57E-22B9-D5AD-4BC0-67A2074E87C4}"/>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59398" name="Line 6">
            <a:extLst>
              <a:ext uri="{FF2B5EF4-FFF2-40B4-BE49-F238E27FC236}">
                <a16:creationId xmlns:a16="http://schemas.microsoft.com/office/drawing/2014/main" id="{260EFB5C-2891-E4FD-1F70-F8D8ED702A4D}"/>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399" name="Line 7">
            <a:extLst>
              <a:ext uri="{FF2B5EF4-FFF2-40B4-BE49-F238E27FC236}">
                <a16:creationId xmlns:a16="http://schemas.microsoft.com/office/drawing/2014/main" id="{EBF6EF5C-AF02-D2F5-6C06-1AD1129A737B}"/>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0" name="Line 8">
            <a:extLst>
              <a:ext uri="{FF2B5EF4-FFF2-40B4-BE49-F238E27FC236}">
                <a16:creationId xmlns:a16="http://schemas.microsoft.com/office/drawing/2014/main" id="{C720C574-190A-0F13-34EF-EB68C3A443BA}"/>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1" name="Line 9">
            <a:extLst>
              <a:ext uri="{FF2B5EF4-FFF2-40B4-BE49-F238E27FC236}">
                <a16:creationId xmlns:a16="http://schemas.microsoft.com/office/drawing/2014/main" id="{1D45C9D0-9EB3-21BE-7EDC-4D7C60F6BCFE}"/>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2" name="Line 10">
            <a:extLst>
              <a:ext uri="{FF2B5EF4-FFF2-40B4-BE49-F238E27FC236}">
                <a16:creationId xmlns:a16="http://schemas.microsoft.com/office/drawing/2014/main" id="{6BB6F108-27B6-A7DA-97C7-69720E71CCF9}"/>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3" name="Line 11">
            <a:extLst>
              <a:ext uri="{FF2B5EF4-FFF2-40B4-BE49-F238E27FC236}">
                <a16:creationId xmlns:a16="http://schemas.microsoft.com/office/drawing/2014/main" id="{83DB403C-CCA6-5AE4-4AA0-7A252851237D}"/>
              </a:ext>
            </a:extLst>
          </p:cNvPr>
          <p:cNvSpPr>
            <a:spLocks noChangeShapeType="1"/>
          </p:cNvSpPr>
          <p:nvPr/>
        </p:nvSpPr>
        <p:spPr bwMode="auto">
          <a:xfrm flipV="1">
            <a:off x="762000" y="2743200"/>
            <a:ext cx="7620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4" name="Line 12">
            <a:extLst>
              <a:ext uri="{FF2B5EF4-FFF2-40B4-BE49-F238E27FC236}">
                <a16:creationId xmlns:a16="http://schemas.microsoft.com/office/drawing/2014/main" id="{EA590081-972D-C37E-B7C9-5701EC793F82}"/>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5" name="Line 13">
            <a:extLst>
              <a:ext uri="{FF2B5EF4-FFF2-40B4-BE49-F238E27FC236}">
                <a16:creationId xmlns:a16="http://schemas.microsoft.com/office/drawing/2014/main" id="{2AF70969-C2AE-352F-37A3-BC2D7D81F602}"/>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6" name="Line 14">
            <a:extLst>
              <a:ext uri="{FF2B5EF4-FFF2-40B4-BE49-F238E27FC236}">
                <a16:creationId xmlns:a16="http://schemas.microsoft.com/office/drawing/2014/main" id="{8A0CC1C6-D0AF-212A-D7C5-F3B07E361DAD}"/>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07" name="Oval 15">
            <a:extLst>
              <a:ext uri="{FF2B5EF4-FFF2-40B4-BE49-F238E27FC236}">
                <a16:creationId xmlns:a16="http://schemas.microsoft.com/office/drawing/2014/main" id="{DC1F40D9-76D2-6785-E1A1-C13812A92B8E}"/>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59408" name="Oval 16">
            <a:extLst>
              <a:ext uri="{FF2B5EF4-FFF2-40B4-BE49-F238E27FC236}">
                <a16:creationId xmlns:a16="http://schemas.microsoft.com/office/drawing/2014/main" id="{F25114CB-7D9F-6E44-406C-2085AC401B4D}"/>
              </a:ext>
            </a:extLst>
          </p:cNvPr>
          <p:cNvSpPr>
            <a:spLocks noChangeArrowheads="1"/>
          </p:cNvSpPr>
          <p:nvPr/>
        </p:nvSpPr>
        <p:spPr bwMode="auto">
          <a:xfrm>
            <a:off x="685800" y="2286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59409" name="Oval 17">
            <a:extLst>
              <a:ext uri="{FF2B5EF4-FFF2-40B4-BE49-F238E27FC236}">
                <a16:creationId xmlns:a16="http://schemas.microsoft.com/office/drawing/2014/main" id="{AA1AF27B-C222-74CC-2242-307CF9A3AFB3}"/>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59410" name="Oval 18">
            <a:extLst>
              <a:ext uri="{FF2B5EF4-FFF2-40B4-BE49-F238E27FC236}">
                <a16:creationId xmlns:a16="http://schemas.microsoft.com/office/drawing/2014/main" id="{1893C637-A2F9-B6FF-221E-1B409C3B9524}"/>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59411" name="Oval 19">
            <a:extLst>
              <a:ext uri="{FF2B5EF4-FFF2-40B4-BE49-F238E27FC236}">
                <a16:creationId xmlns:a16="http://schemas.microsoft.com/office/drawing/2014/main" id="{E07439A2-D3CE-B425-A31B-256D403BF3C7}"/>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59412" name="Oval 20">
            <a:extLst>
              <a:ext uri="{FF2B5EF4-FFF2-40B4-BE49-F238E27FC236}">
                <a16:creationId xmlns:a16="http://schemas.microsoft.com/office/drawing/2014/main" id="{954A80AA-2438-7A58-6C25-F96F143D7CB3}"/>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59413" name="Oval 21">
            <a:extLst>
              <a:ext uri="{FF2B5EF4-FFF2-40B4-BE49-F238E27FC236}">
                <a16:creationId xmlns:a16="http://schemas.microsoft.com/office/drawing/2014/main" id="{D55B8B7B-0F30-485F-E956-4B320D022A2E}"/>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59414" name="Oval 22">
            <a:extLst>
              <a:ext uri="{FF2B5EF4-FFF2-40B4-BE49-F238E27FC236}">
                <a16:creationId xmlns:a16="http://schemas.microsoft.com/office/drawing/2014/main" id="{7D5A8520-DB6C-2A0F-7148-495A9FE1976C}"/>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59415" name="Oval 23">
            <a:extLst>
              <a:ext uri="{FF2B5EF4-FFF2-40B4-BE49-F238E27FC236}">
                <a16:creationId xmlns:a16="http://schemas.microsoft.com/office/drawing/2014/main" id="{8A4EC1C5-87C0-1C8E-1145-70CA047DE5AE}"/>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59416" name="Line 24">
            <a:extLst>
              <a:ext uri="{FF2B5EF4-FFF2-40B4-BE49-F238E27FC236}">
                <a16:creationId xmlns:a16="http://schemas.microsoft.com/office/drawing/2014/main" id="{E21641A7-82CB-BC74-ECCC-374DA253F2F8}"/>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17" name="Line 25">
            <a:extLst>
              <a:ext uri="{FF2B5EF4-FFF2-40B4-BE49-F238E27FC236}">
                <a16:creationId xmlns:a16="http://schemas.microsoft.com/office/drawing/2014/main" id="{88C79205-803D-D7EF-F8D9-69100CEAA42F}"/>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18" name="Line 26">
            <a:extLst>
              <a:ext uri="{FF2B5EF4-FFF2-40B4-BE49-F238E27FC236}">
                <a16:creationId xmlns:a16="http://schemas.microsoft.com/office/drawing/2014/main" id="{4599A934-EBE9-3C3F-BAFB-BBE37E424C6C}"/>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19" name="Text Box 27">
            <a:extLst>
              <a:ext uri="{FF2B5EF4-FFF2-40B4-BE49-F238E27FC236}">
                <a16:creationId xmlns:a16="http://schemas.microsoft.com/office/drawing/2014/main" id="{DD7BD7D9-144F-F7F5-20A5-B77AA1C308AB}"/>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9420" name="Text Box 28">
            <a:extLst>
              <a:ext uri="{FF2B5EF4-FFF2-40B4-BE49-F238E27FC236}">
                <a16:creationId xmlns:a16="http://schemas.microsoft.com/office/drawing/2014/main" id="{F683FC01-5D98-33F6-647D-5E8867A0C605}"/>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9421" name="Text Box 29">
            <a:extLst>
              <a:ext uri="{FF2B5EF4-FFF2-40B4-BE49-F238E27FC236}">
                <a16:creationId xmlns:a16="http://schemas.microsoft.com/office/drawing/2014/main" id="{340A66EF-05AC-8E1F-D574-D5957CB18E92}"/>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9422" name="Text Box 30">
            <a:extLst>
              <a:ext uri="{FF2B5EF4-FFF2-40B4-BE49-F238E27FC236}">
                <a16:creationId xmlns:a16="http://schemas.microsoft.com/office/drawing/2014/main" id="{C27E7FF0-368B-A2F8-137A-123D7378883F}"/>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59423" name="Text Box 31">
            <a:extLst>
              <a:ext uri="{FF2B5EF4-FFF2-40B4-BE49-F238E27FC236}">
                <a16:creationId xmlns:a16="http://schemas.microsoft.com/office/drawing/2014/main" id="{2D46A9BE-37A3-32D6-DABF-4E9EEB16060F}"/>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9424" name="Text Box 32">
            <a:extLst>
              <a:ext uri="{FF2B5EF4-FFF2-40B4-BE49-F238E27FC236}">
                <a16:creationId xmlns:a16="http://schemas.microsoft.com/office/drawing/2014/main" id="{5D60AF71-20E7-039D-8004-738CDA583848}"/>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59425" name="Text Box 33">
            <a:extLst>
              <a:ext uri="{FF2B5EF4-FFF2-40B4-BE49-F238E27FC236}">
                <a16:creationId xmlns:a16="http://schemas.microsoft.com/office/drawing/2014/main" id="{6D0FAB88-1DFC-59E1-F5BF-3039E77E77B0}"/>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9426" name="Text Box 34">
            <a:extLst>
              <a:ext uri="{FF2B5EF4-FFF2-40B4-BE49-F238E27FC236}">
                <a16:creationId xmlns:a16="http://schemas.microsoft.com/office/drawing/2014/main" id="{307D1471-7BF3-4AB5-E080-8EDE51EBE7F3}"/>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59427" name="Text Box 35">
            <a:extLst>
              <a:ext uri="{FF2B5EF4-FFF2-40B4-BE49-F238E27FC236}">
                <a16:creationId xmlns:a16="http://schemas.microsoft.com/office/drawing/2014/main" id="{B05EDCE8-983D-5E77-AA3D-C3459F4ADCFD}"/>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59428" name="Text Box 36">
            <a:extLst>
              <a:ext uri="{FF2B5EF4-FFF2-40B4-BE49-F238E27FC236}">
                <a16:creationId xmlns:a16="http://schemas.microsoft.com/office/drawing/2014/main" id="{E20DACF3-3C81-7160-2252-27D24CDF03E6}"/>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59429" name="Text Box 37">
            <a:extLst>
              <a:ext uri="{FF2B5EF4-FFF2-40B4-BE49-F238E27FC236}">
                <a16:creationId xmlns:a16="http://schemas.microsoft.com/office/drawing/2014/main" id="{268D3135-2681-13DA-CE25-A1ADE4DD1922}"/>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59430" name="Line 38">
            <a:extLst>
              <a:ext uri="{FF2B5EF4-FFF2-40B4-BE49-F238E27FC236}">
                <a16:creationId xmlns:a16="http://schemas.microsoft.com/office/drawing/2014/main" id="{51330141-39CD-CB2B-854D-5E1326D16337}"/>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31" name="Text Box 39">
            <a:extLst>
              <a:ext uri="{FF2B5EF4-FFF2-40B4-BE49-F238E27FC236}">
                <a16:creationId xmlns:a16="http://schemas.microsoft.com/office/drawing/2014/main" id="{0D060D40-B6BE-2127-E2EF-FC9C2D6AB740}"/>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59432" name="Text Box 40">
            <a:extLst>
              <a:ext uri="{FF2B5EF4-FFF2-40B4-BE49-F238E27FC236}">
                <a16:creationId xmlns:a16="http://schemas.microsoft.com/office/drawing/2014/main" id="{B1FA072D-A77D-BBE4-033C-2255F28475A3}"/>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Update distances of adjacent, unselected nodes</a:t>
            </a:r>
          </a:p>
        </p:txBody>
      </p:sp>
      <p:graphicFrame>
        <p:nvGraphicFramePr>
          <p:cNvPr id="442409" name="Group 41">
            <a:extLst>
              <a:ext uri="{FF2B5EF4-FFF2-40B4-BE49-F238E27FC236}">
                <a16:creationId xmlns:a16="http://schemas.microsoft.com/office/drawing/2014/main" id="{403E7653-A56C-99B6-5700-F9CA082EC841}"/>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H</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9485" name="Text Box 93">
            <a:extLst>
              <a:ext uri="{FF2B5EF4-FFF2-40B4-BE49-F238E27FC236}">
                <a16:creationId xmlns:a16="http://schemas.microsoft.com/office/drawing/2014/main" id="{466BC40F-C4C5-92F3-B557-1FD5CCB7CACD}"/>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59486" name="Line 94">
            <a:extLst>
              <a:ext uri="{FF2B5EF4-FFF2-40B4-BE49-F238E27FC236}">
                <a16:creationId xmlns:a16="http://schemas.microsoft.com/office/drawing/2014/main" id="{7E3A4E9B-11C4-4631-D4CA-42538A7B4607}"/>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9487" name="Text Box 96">
            <a:extLst>
              <a:ext uri="{FF2B5EF4-FFF2-40B4-BE49-F238E27FC236}">
                <a16:creationId xmlns:a16="http://schemas.microsoft.com/office/drawing/2014/main" id="{18442303-C03A-456D-EE58-BA6C8B914C01}"/>
              </a:ext>
            </a:extLst>
          </p:cNvPr>
          <p:cNvSpPr txBox="1">
            <a:spLocks noChangeArrowheads="1"/>
          </p:cNvSpPr>
          <p:nvPr/>
        </p:nvSpPr>
        <p:spPr bwMode="auto">
          <a:xfrm>
            <a:off x="3962400" y="5029200"/>
            <a:ext cx="281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Table entries unchanged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reeform 2">
            <a:extLst>
              <a:ext uri="{FF2B5EF4-FFF2-40B4-BE49-F238E27FC236}">
                <a16:creationId xmlns:a16="http://schemas.microsoft.com/office/drawing/2014/main" id="{618E15F2-453E-2A66-475C-024613D290D2}"/>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60419" name="Text Box 3">
            <a:extLst>
              <a:ext uri="{FF2B5EF4-FFF2-40B4-BE49-F238E27FC236}">
                <a16:creationId xmlns:a16="http://schemas.microsoft.com/office/drawing/2014/main" id="{439D33E6-EB00-4CE7-DFA7-491A84047BDA}"/>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0420" name="Line 4">
            <a:extLst>
              <a:ext uri="{FF2B5EF4-FFF2-40B4-BE49-F238E27FC236}">
                <a16:creationId xmlns:a16="http://schemas.microsoft.com/office/drawing/2014/main" id="{3311B156-7DB1-419D-AD94-19A343F0B68E}"/>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1" name="Text Box 5">
            <a:extLst>
              <a:ext uri="{FF2B5EF4-FFF2-40B4-BE49-F238E27FC236}">
                <a16:creationId xmlns:a16="http://schemas.microsoft.com/office/drawing/2014/main" id="{53670832-6A03-7367-D6B3-9E24EABEA65E}"/>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25</a:t>
            </a:r>
          </a:p>
        </p:txBody>
      </p:sp>
      <p:sp>
        <p:nvSpPr>
          <p:cNvPr id="60422" name="Line 6">
            <a:extLst>
              <a:ext uri="{FF2B5EF4-FFF2-40B4-BE49-F238E27FC236}">
                <a16:creationId xmlns:a16="http://schemas.microsoft.com/office/drawing/2014/main" id="{D40D45BE-69DD-D042-61B1-BE76E8B74465}"/>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3" name="Line 7">
            <a:extLst>
              <a:ext uri="{FF2B5EF4-FFF2-40B4-BE49-F238E27FC236}">
                <a16:creationId xmlns:a16="http://schemas.microsoft.com/office/drawing/2014/main" id="{09DE633A-828E-3A27-1466-A53AD468F1A2}"/>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4" name="Line 8">
            <a:extLst>
              <a:ext uri="{FF2B5EF4-FFF2-40B4-BE49-F238E27FC236}">
                <a16:creationId xmlns:a16="http://schemas.microsoft.com/office/drawing/2014/main" id="{F3361707-1A3A-80C7-6488-90C850E9F225}"/>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5" name="Line 9">
            <a:extLst>
              <a:ext uri="{FF2B5EF4-FFF2-40B4-BE49-F238E27FC236}">
                <a16:creationId xmlns:a16="http://schemas.microsoft.com/office/drawing/2014/main" id="{F516927E-D64B-0796-FBA2-656FFF4F76CC}"/>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6" name="Line 10">
            <a:extLst>
              <a:ext uri="{FF2B5EF4-FFF2-40B4-BE49-F238E27FC236}">
                <a16:creationId xmlns:a16="http://schemas.microsoft.com/office/drawing/2014/main" id="{78B49F54-4E8D-BEED-B892-98DEE3613B05}"/>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7" name="Line 11">
            <a:extLst>
              <a:ext uri="{FF2B5EF4-FFF2-40B4-BE49-F238E27FC236}">
                <a16:creationId xmlns:a16="http://schemas.microsoft.com/office/drawing/2014/main" id="{C9F487B9-EF27-7F10-C299-AA00DB25F378}"/>
              </a:ext>
            </a:extLst>
          </p:cNvPr>
          <p:cNvSpPr>
            <a:spLocks noChangeShapeType="1"/>
          </p:cNvSpPr>
          <p:nvPr/>
        </p:nvSpPr>
        <p:spPr bwMode="auto">
          <a:xfrm flipV="1">
            <a:off x="762000" y="2743200"/>
            <a:ext cx="7620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8" name="Line 12">
            <a:extLst>
              <a:ext uri="{FF2B5EF4-FFF2-40B4-BE49-F238E27FC236}">
                <a16:creationId xmlns:a16="http://schemas.microsoft.com/office/drawing/2014/main" id="{5F957128-9694-FC95-C2DC-1BEE35CBFD9E}"/>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9" name="Line 13">
            <a:extLst>
              <a:ext uri="{FF2B5EF4-FFF2-40B4-BE49-F238E27FC236}">
                <a16:creationId xmlns:a16="http://schemas.microsoft.com/office/drawing/2014/main" id="{3083695A-99FE-23B5-E53C-D66FDA17A15E}"/>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30" name="Line 14">
            <a:extLst>
              <a:ext uri="{FF2B5EF4-FFF2-40B4-BE49-F238E27FC236}">
                <a16:creationId xmlns:a16="http://schemas.microsoft.com/office/drawing/2014/main" id="{20CBFCA8-ADC2-BBBB-FA52-B2C711B9A034}"/>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31" name="Oval 15">
            <a:extLst>
              <a:ext uri="{FF2B5EF4-FFF2-40B4-BE49-F238E27FC236}">
                <a16:creationId xmlns:a16="http://schemas.microsoft.com/office/drawing/2014/main" id="{8587EAF5-9898-DD13-BDC8-B8F1F9FC9D7B}"/>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60432" name="Oval 16">
            <a:extLst>
              <a:ext uri="{FF2B5EF4-FFF2-40B4-BE49-F238E27FC236}">
                <a16:creationId xmlns:a16="http://schemas.microsoft.com/office/drawing/2014/main" id="{D600E29E-DB55-7C79-ACB9-CFFB2EFB6014}"/>
              </a:ext>
            </a:extLst>
          </p:cNvPr>
          <p:cNvSpPr>
            <a:spLocks noChangeArrowheads="1"/>
          </p:cNvSpPr>
          <p:nvPr/>
        </p:nvSpPr>
        <p:spPr bwMode="auto">
          <a:xfrm>
            <a:off x="685800" y="2286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60433" name="Oval 17">
            <a:extLst>
              <a:ext uri="{FF2B5EF4-FFF2-40B4-BE49-F238E27FC236}">
                <a16:creationId xmlns:a16="http://schemas.microsoft.com/office/drawing/2014/main" id="{7D0411A1-46E3-C1DF-D9FF-03FC58F9899C}"/>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60434" name="Oval 18">
            <a:extLst>
              <a:ext uri="{FF2B5EF4-FFF2-40B4-BE49-F238E27FC236}">
                <a16:creationId xmlns:a16="http://schemas.microsoft.com/office/drawing/2014/main" id="{A21F7E90-6985-EF20-5166-DD1F24F1E7B9}"/>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60435" name="Oval 19">
            <a:extLst>
              <a:ext uri="{FF2B5EF4-FFF2-40B4-BE49-F238E27FC236}">
                <a16:creationId xmlns:a16="http://schemas.microsoft.com/office/drawing/2014/main" id="{505310D1-06C5-8405-01B7-F41AC50DC11B}"/>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60436" name="Oval 20">
            <a:extLst>
              <a:ext uri="{FF2B5EF4-FFF2-40B4-BE49-F238E27FC236}">
                <a16:creationId xmlns:a16="http://schemas.microsoft.com/office/drawing/2014/main" id="{61E22ACF-F384-DEF8-ABC0-3BF816B01A71}"/>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60437" name="Oval 21">
            <a:extLst>
              <a:ext uri="{FF2B5EF4-FFF2-40B4-BE49-F238E27FC236}">
                <a16:creationId xmlns:a16="http://schemas.microsoft.com/office/drawing/2014/main" id="{DDA36B09-159E-457B-EE84-36220CFC149B}"/>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60438" name="Oval 22">
            <a:extLst>
              <a:ext uri="{FF2B5EF4-FFF2-40B4-BE49-F238E27FC236}">
                <a16:creationId xmlns:a16="http://schemas.microsoft.com/office/drawing/2014/main" id="{0A121F46-67A4-513E-1394-D0B45694978B}"/>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60439" name="Oval 23">
            <a:extLst>
              <a:ext uri="{FF2B5EF4-FFF2-40B4-BE49-F238E27FC236}">
                <a16:creationId xmlns:a16="http://schemas.microsoft.com/office/drawing/2014/main" id="{542C4B97-D04B-F7AD-C562-D411B3859494}"/>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60440" name="Line 24">
            <a:extLst>
              <a:ext uri="{FF2B5EF4-FFF2-40B4-BE49-F238E27FC236}">
                <a16:creationId xmlns:a16="http://schemas.microsoft.com/office/drawing/2014/main" id="{3A4070FB-9231-8D8A-111E-FBCB9841A243}"/>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41" name="Line 25">
            <a:extLst>
              <a:ext uri="{FF2B5EF4-FFF2-40B4-BE49-F238E27FC236}">
                <a16:creationId xmlns:a16="http://schemas.microsoft.com/office/drawing/2014/main" id="{0E1A38D5-0525-F2C0-EC42-BF4D2A89A1F1}"/>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42" name="Line 26">
            <a:extLst>
              <a:ext uri="{FF2B5EF4-FFF2-40B4-BE49-F238E27FC236}">
                <a16:creationId xmlns:a16="http://schemas.microsoft.com/office/drawing/2014/main" id="{260A9373-EF60-0F78-A800-6FFCBF4590B1}"/>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43" name="Text Box 27">
            <a:extLst>
              <a:ext uri="{FF2B5EF4-FFF2-40B4-BE49-F238E27FC236}">
                <a16:creationId xmlns:a16="http://schemas.microsoft.com/office/drawing/2014/main" id="{EC53433C-ADF2-9542-2FAA-199B2F17984E}"/>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60444" name="Text Box 28">
            <a:extLst>
              <a:ext uri="{FF2B5EF4-FFF2-40B4-BE49-F238E27FC236}">
                <a16:creationId xmlns:a16="http://schemas.microsoft.com/office/drawing/2014/main" id="{3EA30A64-235C-B200-D16F-698FCC20E76C}"/>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60445" name="Text Box 29">
            <a:extLst>
              <a:ext uri="{FF2B5EF4-FFF2-40B4-BE49-F238E27FC236}">
                <a16:creationId xmlns:a16="http://schemas.microsoft.com/office/drawing/2014/main" id="{DB486AC4-F544-A6B9-FDC2-101E22AE91B1}"/>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60446" name="Text Box 30">
            <a:extLst>
              <a:ext uri="{FF2B5EF4-FFF2-40B4-BE49-F238E27FC236}">
                <a16:creationId xmlns:a16="http://schemas.microsoft.com/office/drawing/2014/main" id="{7EDF93BE-C4EA-4109-EC18-4CD558D6DB2F}"/>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18</a:t>
            </a:r>
          </a:p>
        </p:txBody>
      </p:sp>
      <p:sp>
        <p:nvSpPr>
          <p:cNvPr id="60447" name="Text Box 31">
            <a:extLst>
              <a:ext uri="{FF2B5EF4-FFF2-40B4-BE49-F238E27FC236}">
                <a16:creationId xmlns:a16="http://schemas.microsoft.com/office/drawing/2014/main" id="{36BC9218-48A8-71CB-7F44-A9664D478CD6}"/>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0448" name="Text Box 32">
            <a:extLst>
              <a:ext uri="{FF2B5EF4-FFF2-40B4-BE49-F238E27FC236}">
                <a16:creationId xmlns:a16="http://schemas.microsoft.com/office/drawing/2014/main" id="{7AC1E6F0-D6EB-FDF3-EFA7-422F42385BBA}"/>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0449" name="Text Box 33">
            <a:extLst>
              <a:ext uri="{FF2B5EF4-FFF2-40B4-BE49-F238E27FC236}">
                <a16:creationId xmlns:a16="http://schemas.microsoft.com/office/drawing/2014/main" id="{5BA36E28-C095-DEC9-A346-5B0FAE20605D}"/>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0450" name="Text Box 34">
            <a:extLst>
              <a:ext uri="{FF2B5EF4-FFF2-40B4-BE49-F238E27FC236}">
                <a16:creationId xmlns:a16="http://schemas.microsoft.com/office/drawing/2014/main" id="{0192C636-C80A-9849-7817-4EA89AE50E0D}"/>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7</a:t>
            </a:r>
          </a:p>
        </p:txBody>
      </p:sp>
      <p:sp>
        <p:nvSpPr>
          <p:cNvPr id="60451" name="Text Box 35">
            <a:extLst>
              <a:ext uri="{FF2B5EF4-FFF2-40B4-BE49-F238E27FC236}">
                <a16:creationId xmlns:a16="http://schemas.microsoft.com/office/drawing/2014/main" id="{6A571D0C-6596-5C57-1F34-ADF5509E50D8}"/>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60452" name="Text Box 36">
            <a:extLst>
              <a:ext uri="{FF2B5EF4-FFF2-40B4-BE49-F238E27FC236}">
                <a16:creationId xmlns:a16="http://schemas.microsoft.com/office/drawing/2014/main" id="{696B79E0-A521-8CB4-BFD9-08D2D74481C9}"/>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9</a:t>
            </a:r>
          </a:p>
        </p:txBody>
      </p:sp>
      <p:sp>
        <p:nvSpPr>
          <p:cNvPr id="60453" name="Text Box 37">
            <a:extLst>
              <a:ext uri="{FF2B5EF4-FFF2-40B4-BE49-F238E27FC236}">
                <a16:creationId xmlns:a16="http://schemas.microsoft.com/office/drawing/2014/main" id="{F28DC658-EECB-2AEA-38E7-8C1E2999D508}"/>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0454" name="Line 38">
            <a:extLst>
              <a:ext uri="{FF2B5EF4-FFF2-40B4-BE49-F238E27FC236}">
                <a16:creationId xmlns:a16="http://schemas.microsoft.com/office/drawing/2014/main" id="{59AB5147-CD96-33D4-05D1-F35004CD596E}"/>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55" name="Text Box 39">
            <a:extLst>
              <a:ext uri="{FF2B5EF4-FFF2-40B4-BE49-F238E27FC236}">
                <a16:creationId xmlns:a16="http://schemas.microsoft.com/office/drawing/2014/main" id="{3D6BCA03-812F-C293-E3D1-2E290229537E}"/>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
        <p:nvSpPr>
          <p:cNvPr id="60456" name="Text Box 40">
            <a:extLst>
              <a:ext uri="{FF2B5EF4-FFF2-40B4-BE49-F238E27FC236}">
                <a16:creationId xmlns:a16="http://schemas.microsoft.com/office/drawing/2014/main" id="{797AF5A6-2877-895D-8845-5BF8EB3654CC}"/>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node with minimum distance</a:t>
            </a:r>
          </a:p>
        </p:txBody>
      </p:sp>
      <p:graphicFrame>
        <p:nvGraphicFramePr>
          <p:cNvPr id="443433" name="Group 41">
            <a:extLst>
              <a:ext uri="{FF2B5EF4-FFF2-40B4-BE49-F238E27FC236}">
                <a16:creationId xmlns:a16="http://schemas.microsoft.com/office/drawing/2014/main" id="{450E631A-0578-1622-5F8D-B8A51FBE7EC0}"/>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H</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rgbClr val="FF0000"/>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0509" name="Text Box 93">
            <a:extLst>
              <a:ext uri="{FF2B5EF4-FFF2-40B4-BE49-F238E27FC236}">
                <a16:creationId xmlns:a16="http://schemas.microsoft.com/office/drawing/2014/main" id="{97356165-33A9-13BE-8405-D29EF58D23B8}"/>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60510" name="Line 94">
            <a:extLst>
              <a:ext uri="{FF2B5EF4-FFF2-40B4-BE49-F238E27FC236}">
                <a16:creationId xmlns:a16="http://schemas.microsoft.com/office/drawing/2014/main" id="{EE98178B-31DE-8AAC-F83C-8A29E733AFBB}"/>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reeform 2">
            <a:extLst>
              <a:ext uri="{FF2B5EF4-FFF2-40B4-BE49-F238E27FC236}">
                <a16:creationId xmlns:a16="http://schemas.microsoft.com/office/drawing/2014/main" id="{542D4396-D5C2-9FF3-0371-0E20FFBBD8D9}"/>
              </a:ext>
            </a:extLst>
          </p:cNvPr>
          <p:cNvSpPr>
            <a:spLocks/>
          </p:cNvSpPr>
          <p:nvPr/>
        </p:nvSpPr>
        <p:spPr bwMode="auto">
          <a:xfrm>
            <a:off x="2057400" y="1447800"/>
            <a:ext cx="2057400" cy="2514600"/>
          </a:xfrm>
          <a:custGeom>
            <a:avLst/>
            <a:gdLst>
              <a:gd name="T0" fmla="*/ 0 w 1296"/>
              <a:gd name="T1" fmla="*/ 2147483647 h 1584"/>
              <a:gd name="T2" fmla="*/ 2147483647 w 1296"/>
              <a:gd name="T3" fmla="*/ 0 h 1584"/>
              <a:gd name="T4" fmla="*/ 2147483647 w 1296"/>
              <a:gd name="T5" fmla="*/ 2147483647 h 1584"/>
              <a:gd name="T6" fmla="*/ 2147483647 w 1296"/>
              <a:gd name="T7" fmla="*/ 2147483647 h 1584"/>
              <a:gd name="T8" fmla="*/ 2147483647 w 1296"/>
              <a:gd name="T9" fmla="*/ 2147483647 h 1584"/>
              <a:gd name="T10" fmla="*/ 0 60000 65536"/>
              <a:gd name="T11" fmla="*/ 0 60000 65536"/>
              <a:gd name="T12" fmla="*/ 0 60000 65536"/>
              <a:gd name="T13" fmla="*/ 0 60000 65536"/>
              <a:gd name="T14" fmla="*/ 0 60000 65536"/>
              <a:gd name="T15" fmla="*/ 0 w 1296"/>
              <a:gd name="T16" fmla="*/ 0 h 1584"/>
              <a:gd name="T17" fmla="*/ 1296 w 1296"/>
              <a:gd name="T18" fmla="*/ 1584 h 1584"/>
            </a:gdLst>
            <a:ahLst/>
            <a:cxnLst>
              <a:cxn ang="T10">
                <a:pos x="T0" y="T1"/>
              </a:cxn>
              <a:cxn ang="T11">
                <a:pos x="T2" y="T3"/>
              </a:cxn>
              <a:cxn ang="T12">
                <a:pos x="T4" y="T5"/>
              </a:cxn>
              <a:cxn ang="T13">
                <a:pos x="T6" y="T7"/>
              </a:cxn>
              <a:cxn ang="T14">
                <a:pos x="T8" y="T9"/>
              </a:cxn>
            </a:cxnLst>
            <a:rect l="T15" t="T16" r="T17" b="T18"/>
            <a:pathLst>
              <a:path w="1296" h="1584">
                <a:moveTo>
                  <a:pt x="0" y="288"/>
                </a:moveTo>
                <a:cubicBezTo>
                  <a:pt x="100" y="144"/>
                  <a:pt x="200" y="0"/>
                  <a:pt x="384" y="0"/>
                </a:cubicBezTo>
                <a:cubicBezTo>
                  <a:pt x="568" y="0"/>
                  <a:pt x="960" y="112"/>
                  <a:pt x="1104" y="288"/>
                </a:cubicBezTo>
                <a:cubicBezTo>
                  <a:pt x="1248" y="464"/>
                  <a:pt x="1296" y="840"/>
                  <a:pt x="1248" y="1056"/>
                </a:cubicBezTo>
                <a:cubicBezTo>
                  <a:pt x="1200" y="1272"/>
                  <a:pt x="888" y="1496"/>
                  <a:pt x="816" y="1584"/>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61443" name="Text Box 3">
            <a:extLst>
              <a:ext uri="{FF2B5EF4-FFF2-40B4-BE49-F238E27FC236}">
                <a16:creationId xmlns:a16="http://schemas.microsoft.com/office/drawing/2014/main" id="{9ACDFAFB-B2B2-D9C2-5A37-FE1C656E81C8}"/>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1444" name="Line 7">
            <a:extLst>
              <a:ext uri="{FF2B5EF4-FFF2-40B4-BE49-F238E27FC236}">
                <a16:creationId xmlns:a16="http://schemas.microsoft.com/office/drawing/2014/main" id="{AF347D53-27EC-47A6-9A55-7954A7A6C7C9}"/>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5" name="Line 10">
            <a:extLst>
              <a:ext uri="{FF2B5EF4-FFF2-40B4-BE49-F238E27FC236}">
                <a16:creationId xmlns:a16="http://schemas.microsoft.com/office/drawing/2014/main" id="{52896B8E-3FA2-76A9-5AD1-79662B3423F8}"/>
              </a:ext>
            </a:extLst>
          </p:cNvPr>
          <p:cNvSpPr>
            <a:spLocks noChangeShapeType="1"/>
          </p:cNvSpPr>
          <p:nvPr/>
        </p:nvSpPr>
        <p:spPr bwMode="auto">
          <a:xfrm flipV="1">
            <a:off x="1981200" y="3200400"/>
            <a:ext cx="1447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6" name="Line 11">
            <a:extLst>
              <a:ext uri="{FF2B5EF4-FFF2-40B4-BE49-F238E27FC236}">
                <a16:creationId xmlns:a16="http://schemas.microsoft.com/office/drawing/2014/main" id="{74E64E1B-24EF-6A77-5273-AC2A3920DF4E}"/>
              </a:ext>
            </a:extLst>
          </p:cNvPr>
          <p:cNvSpPr>
            <a:spLocks noChangeShapeType="1"/>
          </p:cNvSpPr>
          <p:nvPr/>
        </p:nvSpPr>
        <p:spPr bwMode="auto">
          <a:xfrm flipV="1">
            <a:off x="762000" y="2743200"/>
            <a:ext cx="7620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7" name="Line 13">
            <a:extLst>
              <a:ext uri="{FF2B5EF4-FFF2-40B4-BE49-F238E27FC236}">
                <a16:creationId xmlns:a16="http://schemas.microsoft.com/office/drawing/2014/main" id="{9574129C-6D24-FE98-621B-ECDF249A1012}"/>
              </a:ext>
            </a:extLst>
          </p:cNvPr>
          <p:cNvSpPr>
            <a:spLocks noChangeShapeType="1"/>
          </p:cNvSpPr>
          <p:nvPr/>
        </p:nvSpPr>
        <p:spPr bwMode="auto">
          <a:xfrm>
            <a:off x="2178050" y="2014538"/>
            <a:ext cx="717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8" name="Line 14">
            <a:extLst>
              <a:ext uri="{FF2B5EF4-FFF2-40B4-BE49-F238E27FC236}">
                <a16:creationId xmlns:a16="http://schemas.microsoft.com/office/drawing/2014/main" id="{EC4F8ECD-573F-8238-20D9-CB480A9B8C66}"/>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49" name="Oval 15">
            <a:extLst>
              <a:ext uri="{FF2B5EF4-FFF2-40B4-BE49-F238E27FC236}">
                <a16:creationId xmlns:a16="http://schemas.microsoft.com/office/drawing/2014/main" id="{67EF5362-0007-2CAB-200E-62118F2BF34C}"/>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61450" name="Oval 16">
            <a:extLst>
              <a:ext uri="{FF2B5EF4-FFF2-40B4-BE49-F238E27FC236}">
                <a16:creationId xmlns:a16="http://schemas.microsoft.com/office/drawing/2014/main" id="{4CFB93DE-4AA4-E818-B86F-150FD0645C65}"/>
              </a:ext>
            </a:extLst>
          </p:cNvPr>
          <p:cNvSpPr>
            <a:spLocks noChangeArrowheads="1"/>
          </p:cNvSpPr>
          <p:nvPr/>
        </p:nvSpPr>
        <p:spPr bwMode="auto">
          <a:xfrm>
            <a:off x="685800" y="2286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61451" name="Oval 17">
            <a:extLst>
              <a:ext uri="{FF2B5EF4-FFF2-40B4-BE49-F238E27FC236}">
                <a16:creationId xmlns:a16="http://schemas.microsoft.com/office/drawing/2014/main" id="{5F08F705-744A-CCDD-0C56-758F1A3B001D}"/>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61452" name="Oval 18">
            <a:extLst>
              <a:ext uri="{FF2B5EF4-FFF2-40B4-BE49-F238E27FC236}">
                <a16:creationId xmlns:a16="http://schemas.microsoft.com/office/drawing/2014/main" id="{B6A40D15-1F6C-7DF8-5D56-0526FCEA9CB0}"/>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61453" name="Oval 19">
            <a:extLst>
              <a:ext uri="{FF2B5EF4-FFF2-40B4-BE49-F238E27FC236}">
                <a16:creationId xmlns:a16="http://schemas.microsoft.com/office/drawing/2014/main" id="{55551C44-C4AB-ACD3-3D51-348C1B3CD5D2}"/>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61454" name="Oval 20">
            <a:extLst>
              <a:ext uri="{FF2B5EF4-FFF2-40B4-BE49-F238E27FC236}">
                <a16:creationId xmlns:a16="http://schemas.microsoft.com/office/drawing/2014/main" id="{740936C7-D53E-370D-9187-1479A55E7811}"/>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61455" name="Oval 21">
            <a:extLst>
              <a:ext uri="{FF2B5EF4-FFF2-40B4-BE49-F238E27FC236}">
                <a16:creationId xmlns:a16="http://schemas.microsoft.com/office/drawing/2014/main" id="{BA5A0674-632B-794F-3717-4A8D15C56543}"/>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61456" name="Oval 22">
            <a:extLst>
              <a:ext uri="{FF2B5EF4-FFF2-40B4-BE49-F238E27FC236}">
                <a16:creationId xmlns:a16="http://schemas.microsoft.com/office/drawing/2014/main" id="{8DEBB7E7-F7DA-E6E3-79AD-3CD94C4B96BA}"/>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61457" name="Oval 23">
            <a:extLst>
              <a:ext uri="{FF2B5EF4-FFF2-40B4-BE49-F238E27FC236}">
                <a16:creationId xmlns:a16="http://schemas.microsoft.com/office/drawing/2014/main" id="{D0BE9F5F-0D55-D2A2-0F12-C94CA9916CAD}"/>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61458" name="Line 26">
            <a:extLst>
              <a:ext uri="{FF2B5EF4-FFF2-40B4-BE49-F238E27FC236}">
                <a16:creationId xmlns:a16="http://schemas.microsoft.com/office/drawing/2014/main" id="{A1ADE2F6-0551-6954-884E-18D7CEF82115}"/>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459" name="Text Box 28">
            <a:extLst>
              <a:ext uri="{FF2B5EF4-FFF2-40B4-BE49-F238E27FC236}">
                <a16:creationId xmlns:a16="http://schemas.microsoft.com/office/drawing/2014/main" id="{4E8C190A-AFC9-622B-ED83-D20DF77D4E7D}"/>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61460" name="Text Box 31">
            <a:extLst>
              <a:ext uri="{FF2B5EF4-FFF2-40B4-BE49-F238E27FC236}">
                <a16:creationId xmlns:a16="http://schemas.microsoft.com/office/drawing/2014/main" id="{4D4A6559-F85F-0903-86DE-FC416A5961D2}"/>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1461" name="Text Box 32">
            <a:extLst>
              <a:ext uri="{FF2B5EF4-FFF2-40B4-BE49-F238E27FC236}">
                <a16:creationId xmlns:a16="http://schemas.microsoft.com/office/drawing/2014/main" id="{894431AA-A6BF-2575-E2DB-664A1EAB666F}"/>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1462" name="Text Box 33">
            <a:extLst>
              <a:ext uri="{FF2B5EF4-FFF2-40B4-BE49-F238E27FC236}">
                <a16:creationId xmlns:a16="http://schemas.microsoft.com/office/drawing/2014/main" id="{D8A6AA25-8F33-21A0-B181-665DCEA684A7}"/>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1463" name="Text Box 37">
            <a:extLst>
              <a:ext uri="{FF2B5EF4-FFF2-40B4-BE49-F238E27FC236}">
                <a16:creationId xmlns:a16="http://schemas.microsoft.com/office/drawing/2014/main" id="{305983D2-63E1-EDCB-E208-991132253A03}"/>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1464" name="Text Box 40">
            <a:extLst>
              <a:ext uri="{FF2B5EF4-FFF2-40B4-BE49-F238E27FC236}">
                <a16:creationId xmlns:a16="http://schemas.microsoft.com/office/drawing/2014/main" id="{074C84CF-2F71-FB4D-7CA2-7260045C942F}"/>
              </a:ext>
            </a:extLst>
          </p:cNvPr>
          <p:cNvSpPr txBox="1">
            <a:spLocks noChangeArrowheads="1"/>
          </p:cNvSpPr>
          <p:nvPr/>
        </p:nvSpPr>
        <p:spPr bwMode="auto">
          <a:xfrm>
            <a:off x="3962400" y="1219200"/>
            <a:ext cx="289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Cost of Minimum Spanning Tree = </a:t>
            </a:r>
            <a:r>
              <a:rPr lang="en-US" altLang="en-US">
                <a:sym typeface="Symbol" panose="05050102010706020507" pitchFamily="18" charset="2"/>
              </a:rPr>
              <a:t> </a:t>
            </a:r>
            <a:r>
              <a:rPr lang="en-US" altLang="en-US" sz="1600" b="1" i="1"/>
              <a:t>d</a:t>
            </a:r>
            <a:r>
              <a:rPr lang="en-US" altLang="en-US" sz="1600" b="1" i="1" baseline="-25000"/>
              <a:t>v </a:t>
            </a:r>
            <a:r>
              <a:rPr lang="en-US" altLang="en-US" sz="1600" b="1" i="1"/>
              <a:t>= </a:t>
            </a:r>
            <a:r>
              <a:rPr lang="en-US" altLang="en-US" sz="1600" b="1">
                <a:solidFill>
                  <a:srgbClr val="FF0000"/>
                </a:solidFill>
              </a:rPr>
              <a:t>21</a:t>
            </a:r>
          </a:p>
        </p:txBody>
      </p:sp>
      <p:graphicFrame>
        <p:nvGraphicFramePr>
          <p:cNvPr id="444457" name="Group 41">
            <a:extLst>
              <a:ext uri="{FF2B5EF4-FFF2-40B4-BE49-F238E27FC236}">
                <a16:creationId xmlns:a16="http://schemas.microsoft.com/office/drawing/2014/main" id="{34C47823-76D3-F714-F028-BD4080C4B3C1}"/>
              </a:ext>
            </a:extLst>
          </p:cNvPr>
          <p:cNvGraphicFramePr>
            <a:graphicFrameLocks noGrp="1"/>
          </p:cNvGraphicFramePr>
          <p:nvPr/>
        </p:nvGraphicFramePr>
        <p:xfrm>
          <a:off x="4343400" y="1981200"/>
          <a:ext cx="2133600" cy="3033711"/>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K</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p</a:t>
                      </a:r>
                      <a:r>
                        <a:rPr kumimoji="0" lang="en-US" sz="1600" b="1" i="1" u="none" strike="noStrike" cap="none" normalizeH="0" baseline="-25000">
                          <a:ln>
                            <a:noFill/>
                          </a:ln>
                          <a:solidFill>
                            <a:schemeClr val="tx1"/>
                          </a:solidFill>
                          <a:effectLst/>
                          <a:latin typeface="Times New Roman" pitchFamily="18" charset="0"/>
                        </a:rPr>
                        <a:t>v</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A</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H</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D</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F</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F</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C</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G</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D</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5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8" charset="0"/>
                        </a:rPr>
                        <a:t>H</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G</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1517" name="Text Box 93">
            <a:extLst>
              <a:ext uri="{FF2B5EF4-FFF2-40B4-BE49-F238E27FC236}">
                <a16:creationId xmlns:a16="http://schemas.microsoft.com/office/drawing/2014/main" id="{918D536E-B347-2586-B5CC-848801A5815D}"/>
              </a:ext>
            </a:extLst>
          </p:cNvPr>
          <p:cNvSpPr txBox="1">
            <a:spLocks noChangeArrowheads="1"/>
          </p:cNvSpPr>
          <p:nvPr/>
        </p:nvSpPr>
        <p:spPr bwMode="auto">
          <a:xfrm>
            <a:off x="3200400" y="1295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61518" name="Line 94">
            <a:extLst>
              <a:ext uri="{FF2B5EF4-FFF2-40B4-BE49-F238E27FC236}">
                <a16:creationId xmlns:a16="http://schemas.microsoft.com/office/drawing/2014/main" id="{42C57C95-C9E8-8795-377C-094C45B20203}"/>
              </a:ext>
            </a:extLst>
          </p:cNvPr>
          <p:cNvSpPr>
            <a:spLocks noChangeShapeType="1"/>
          </p:cNvSpPr>
          <p:nvPr/>
        </p:nvSpPr>
        <p:spPr bwMode="auto">
          <a:xfrm flipH="1">
            <a:off x="3276600" y="3810000"/>
            <a:ext cx="228600" cy="1952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1519" name="Text Box 95">
            <a:extLst>
              <a:ext uri="{FF2B5EF4-FFF2-40B4-BE49-F238E27FC236}">
                <a16:creationId xmlns:a16="http://schemas.microsoft.com/office/drawing/2014/main" id="{5BFD95AA-C2F3-0CCB-91C5-724C810D5875}"/>
              </a:ext>
            </a:extLst>
          </p:cNvPr>
          <p:cNvSpPr txBox="1">
            <a:spLocks noChangeArrowheads="1"/>
          </p:cNvSpPr>
          <p:nvPr/>
        </p:nvSpPr>
        <p:spPr bwMode="auto">
          <a:xfrm>
            <a:off x="4538663" y="51816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t>Done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3">
            <a:extLst>
              <a:ext uri="{FF2B5EF4-FFF2-40B4-BE49-F238E27FC236}">
                <a16:creationId xmlns:a16="http://schemas.microsoft.com/office/drawing/2014/main" id="{12078F60-392C-18B5-007B-6F0DC1D66C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542" t="18750" r="43192" b="32292"/>
          <a:stretch>
            <a:fillRect/>
          </a:stretch>
        </p:blipFill>
        <p:spPr bwMode="auto">
          <a:xfrm>
            <a:off x="-77788" y="533400"/>
            <a:ext cx="922178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a:extLst>
              <a:ext uri="{FF2B5EF4-FFF2-40B4-BE49-F238E27FC236}">
                <a16:creationId xmlns:a16="http://schemas.microsoft.com/office/drawing/2014/main" id="{FA2195D1-B504-32AE-748E-E0FAFAEA1F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139" t="17708" r="37921" b="21875"/>
          <a:stretch>
            <a:fillRect/>
          </a:stretch>
        </p:blipFill>
        <p:spPr bwMode="auto">
          <a:xfrm>
            <a:off x="1981200" y="0"/>
            <a:ext cx="5257800"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a:extLst>
              <a:ext uri="{FF2B5EF4-FFF2-40B4-BE49-F238E27FC236}">
                <a16:creationId xmlns:a16="http://schemas.microsoft.com/office/drawing/2014/main" id="{F828A578-AD2B-D22D-075B-2E9C2CECD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139" t="20834" r="37921" b="27083"/>
          <a:stretch>
            <a:fillRect/>
          </a:stretch>
        </p:blipFill>
        <p:spPr bwMode="auto">
          <a:xfrm>
            <a:off x="1295400" y="304800"/>
            <a:ext cx="5715000" cy="621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a:extLst>
              <a:ext uri="{FF2B5EF4-FFF2-40B4-BE49-F238E27FC236}">
                <a16:creationId xmlns:a16="http://schemas.microsoft.com/office/drawing/2014/main" id="{AFD839C1-17A8-C42E-DEA1-E51728B08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796" t="20833" r="38507" b="27083"/>
          <a:stretch>
            <a:fillRect/>
          </a:stretch>
        </p:blipFill>
        <p:spPr bwMode="auto">
          <a:xfrm>
            <a:off x="1295400" y="381000"/>
            <a:ext cx="58674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a:extLst>
              <a:ext uri="{FF2B5EF4-FFF2-40B4-BE49-F238E27FC236}">
                <a16:creationId xmlns:a16="http://schemas.microsoft.com/office/drawing/2014/main" id="{09D834DE-BB88-2C55-73B2-A999743925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666" t="18579" r="37921" b="23958"/>
          <a:stretch>
            <a:fillRect/>
          </a:stretch>
        </p:blipFill>
        <p:spPr bwMode="auto">
          <a:xfrm>
            <a:off x="4876800" y="0"/>
            <a:ext cx="4267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3" name="Picture 3">
            <a:extLst>
              <a:ext uri="{FF2B5EF4-FFF2-40B4-BE49-F238E27FC236}">
                <a16:creationId xmlns:a16="http://schemas.microsoft.com/office/drawing/2014/main" id="{575CA1C4-24E4-0B08-1C10-09613E251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734" t="18750" r="61127" b="41667"/>
          <a:stretch>
            <a:fillRect/>
          </a:stretch>
        </p:blipFill>
        <p:spPr bwMode="auto">
          <a:xfrm>
            <a:off x="0" y="0"/>
            <a:ext cx="5053013"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95828A0-87E7-98B7-02DD-4FB62A486A03}"/>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4400">
                <a:solidFill>
                  <a:schemeClr val="tx2"/>
                </a:solidFill>
              </a:rPr>
              <a:t>Kruskal’s Algorithm</a:t>
            </a:r>
          </a:p>
        </p:txBody>
      </p:sp>
      <p:sp>
        <p:nvSpPr>
          <p:cNvPr id="67587" name="Rectangle 3">
            <a:extLst>
              <a:ext uri="{FF2B5EF4-FFF2-40B4-BE49-F238E27FC236}">
                <a16:creationId xmlns:a16="http://schemas.microsoft.com/office/drawing/2014/main" id="{64DB6A50-1322-4623-F603-42EF0CFE4FBD}"/>
              </a:ext>
            </a:extLst>
          </p:cNvPr>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3200"/>
          </a:p>
          <a:p>
            <a:pPr algn="l" eaLnBrk="1" hangingPunct="1"/>
            <a:r>
              <a:rPr lang="en-US" altLang="en-US" sz="3200"/>
              <a:t>Work with edges, rather than nodes</a:t>
            </a:r>
          </a:p>
          <a:p>
            <a:pPr algn="l" eaLnBrk="1" hangingPunct="1"/>
            <a:r>
              <a:rPr lang="en-US" altLang="en-US" sz="3200"/>
              <a:t>Two steps:</a:t>
            </a:r>
          </a:p>
          <a:p>
            <a:pPr lvl="1" algn="l" eaLnBrk="1" hangingPunct="1">
              <a:buFontTx/>
              <a:buChar char="–"/>
            </a:pPr>
            <a:r>
              <a:rPr lang="en-US" altLang="en-US" sz="2800"/>
              <a:t>Sort edges by increasing edge weight</a:t>
            </a:r>
          </a:p>
          <a:p>
            <a:pPr lvl="1" algn="l" eaLnBrk="1" hangingPunct="1">
              <a:buFontTx/>
              <a:buChar char="–"/>
            </a:pPr>
            <a:r>
              <a:rPr lang="en-US" altLang="en-US" sz="2800"/>
              <a:t>Select the first |V| </a:t>
            </a:r>
            <a:r>
              <a:rPr lang="en-US" altLang="en-US" sz="2800">
                <a:cs typeface="Times New Roman" panose="02020603050405020304" pitchFamily="18" charset="0"/>
              </a:rPr>
              <a:t>– 1 edges that do not generate a cycle</a:t>
            </a:r>
            <a:endParaRPr lang="en-US" altLang="en-US" sz="2800"/>
          </a:p>
          <a:p>
            <a:pPr algn="l" eaLnBrk="1" hangingPunct="1">
              <a:buFontTx/>
              <a:buNone/>
            </a:pPr>
            <a:endParaRPr lang="en-US" altLang="en-US" sz="32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290A0155-B7F0-FB8D-D211-55B680642222}"/>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4400">
                <a:solidFill>
                  <a:schemeClr val="tx2"/>
                </a:solidFill>
              </a:rPr>
              <a:t>Walk-Through</a:t>
            </a:r>
          </a:p>
        </p:txBody>
      </p:sp>
      <p:sp>
        <p:nvSpPr>
          <p:cNvPr id="68611" name="Text Box 3">
            <a:extLst>
              <a:ext uri="{FF2B5EF4-FFF2-40B4-BE49-F238E27FC236}">
                <a16:creationId xmlns:a16="http://schemas.microsoft.com/office/drawing/2014/main" id="{D524CAAC-E6FE-F86E-DFAE-7958FD82B613}"/>
              </a:ext>
            </a:extLst>
          </p:cNvPr>
          <p:cNvSpPr txBox="1">
            <a:spLocks noChangeArrowheads="1"/>
          </p:cNvSpPr>
          <p:nvPr/>
        </p:nvSpPr>
        <p:spPr bwMode="auto">
          <a:xfrm>
            <a:off x="4081463" y="1524000"/>
            <a:ext cx="4071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spcBef>
                <a:spcPct val="50000"/>
              </a:spcBef>
              <a:buFontTx/>
              <a:buNone/>
            </a:pPr>
            <a:r>
              <a:rPr lang="en-US" altLang="en-US"/>
              <a:t>Consider an undirected, weight graph</a:t>
            </a:r>
          </a:p>
        </p:txBody>
      </p:sp>
      <p:sp>
        <p:nvSpPr>
          <p:cNvPr id="68612" name="Text Box 56">
            <a:extLst>
              <a:ext uri="{FF2B5EF4-FFF2-40B4-BE49-F238E27FC236}">
                <a16:creationId xmlns:a16="http://schemas.microsoft.com/office/drawing/2014/main" id="{9D2DD695-9908-47F6-2DA6-F7096671ADAC}"/>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68613" name="Line 57">
            <a:extLst>
              <a:ext uri="{FF2B5EF4-FFF2-40B4-BE49-F238E27FC236}">
                <a16:creationId xmlns:a16="http://schemas.microsoft.com/office/drawing/2014/main" id="{24A7AE04-A8E8-D8D8-529E-9FE875DBA096}"/>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14" name="Text Box 58">
            <a:extLst>
              <a:ext uri="{FF2B5EF4-FFF2-40B4-BE49-F238E27FC236}">
                <a16:creationId xmlns:a16="http://schemas.microsoft.com/office/drawing/2014/main" id="{B94ACC58-7CB1-FEBB-2F3F-1856E4EF873D}"/>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68615" name="Line 59">
            <a:extLst>
              <a:ext uri="{FF2B5EF4-FFF2-40B4-BE49-F238E27FC236}">
                <a16:creationId xmlns:a16="http://schemas.microsoft.com/office/drawing/2014/main" id="{4A73FFB1-AE30-09CB-13D4-E2A28032D256}"/>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16" name="Line 60">
            <a:extLst>
              <a:ext uri="{FF2B5EF4-FFF2-40B4-BE49-F238E27FC236}">
                <a16:creationId xmlns:a16="http://schemas.microsoft.com/office/drawing/2014/main" id="{BC5854E8-686F-C974-3B39-89AB470E6CCF}"/>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17" name="Line 61">
            <a:extLst>
              <a:ext uri="{FF2B5EF4-FFF2-40B4-BE49-F238E27FC236}">
                <a16:creationId xmlns:a16="http://schemas.microsoft.com/office/drawing/2014/main" id="{E4C0D68E-F2D3-C78E-14C1-745E59672345}"/>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18" name="Line 62">
            <a:extLst>
              <a:ext uri="{FF2B5EF4-FFF2-40B4-BE49-F238E27FC236}">
                <a16:creationId xmlns:a16="http://schemas.microsoft.com/office/drawing/2014/main" id="{94E25D31-265D-C153-1D51-376EC511F89E}"/>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19" name="Line 63">
            <a:extLst>
              <a:ext uri="{FF2B5EF4-FFF2-40B4-BE49-F238E27FC236}">
                <a16:creationId xmlns:a16="http://schemas.microsoft.com/office/drawing/2014/main" id="{9C0DDB9C-647E-F80B-BCD9-7EBAC0A0493D}"/>
              </a:ext>
            </a:extLst>
          </p:cNvPr>
          <p:cNvSpPr>
            <a:spLocks noChangeShapeType="1"/>
          </p:cNvSpPr>
          <p:nvPr/>
        </p:nvSpPr>
        <p:spPr bwMode="auto">
          <a:xfrm flipV="1">
            <a:off x="1828800" y="3200400"/>
            <a:ext cx="1600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20" name="Line 64">
            <a:extLst>
              <a:ext uri="{FF2B5EF4-FFF2-40B4-BE49-F238E27FC236}">
                <a16:creationId xmlns:a16="http://schemas.microsoft.com/office/drawing/2014/main" id="{D7648AE1-D587-B44F-B7DE-4DE20ADFD05E}"/>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21" name="Line 65">
            <a:extLst>
              <a:ext uri="{FF2B5EF4-FFF2-40B4-BE49-F238E27FC236}">
                <a16:creationId xmlns:a16="http://schemas.microsoft.com/office/drawing/2014/main" id="{C0FFDD59-5189-2598-468F-DBCFED305218}"/>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22" name="Line 66">
            <a:extLst>
              <a:ext uri="{FF2B5EF4-FFF2-40B4-BE49-F238E27FC236}">
                <a16:creationId xmlns:a16="http://schemas.microsoft.com/office/drawing/2014/main" id="{89BAC2BC-5073-4F2A-89C5-8FAF0DC2B1C9}"/>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23" name="Line 67">
            <a:extLst>
              <a:ext uri="{FF2B5EF4-FFF2-40B4-BE49-F238E27FC236}">
                <a16:creationId xmlns:a16="http://schemas.microsoft.com/office/drawing/2014/main" id="{E5728DFB-FEC2-3AB9-DC26-392F1D50A7D0}"/>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24" name="Oval 68">
            <a:extLst>
              <a:ext uri="{FF2B5EF4-FFF2-40B4-BE49-F238E27FC236}">
                <a16:creationId xmlns:a16="http://schemas.microsoft.com/office/drawing/2014/main" id="{6131200A-9D38-7978-1195-83B01CF5E5FB}"/>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68625" name="Oval 69">
            <a:extLst>
              <a:ext uri="{FF2B5EF4-FFF2-40B4-BE49-F238E27FC236}">
                <a16:creationId xmlns:a16="http://schemas.microsoft.com/office/drawing/2014/main" id="{9D141571-0A16-0614-A7D2-7AC709D783C8}"/>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68626" name="Oval 70">
            <a:extLst>
              <a:ext uri="{FF2B5EF4-FFF2-40B4-BE49-F238E27FC236}">
                <a16:creationId xmlns:a16="http://schemas.microsoft.com/office/drawing/2014/main" id="{281C38E5-B13C-68DB-3CEB-ED89D6680448}"/>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68627" name="Oval 71">
            <a:extLst>
              <a:ext uri="{FF2B5EF4-FFF2-40B4-BE49-F238E27FC236}">
                <a16:creationId xmlns:a16="http://schemas.microsoft.com/office/drawing/2014/main" id="{1144FB56-7DDF-6BFB-BCF9-7C996A704FA3}"/>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68628" name="Oval 72">
            <a:extLst>
              <a:ext uri="{FF2B5EF4-FFF2-40B4-BE49-F238E27FC236}">
                <a16:creationId xmlns:a16="http://schemas.microsoft.com/office/drawing/2014/main" id="{428761D4-C291-B9BB-5871-B4D1EEDB26E7}"/>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68629" name="Oval 73">
            <a:extLst>
              <a:ext uri="{FF2B5EF4-FFF2-40B4-BE49-F238E27FC236}">
                <a16:creationId xmlns:a16="http://schemas.microsoft.com/office/drawing/2014/main" id="{C56ED904-FD41-1DBD-E71D-29936D40F9F9}"/>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68630" name="Oval 74">
            <a:extLst>
              <a:ext uri="{FF2B5EF4-FFF2-40B4-BE49-F238E27FC236}">
                <a16:creationId xmlns:a16="http://schemas.microsoft.com/office/drawing/2014/main" id="{0F7A61FD-155F-2ECD-BC43-B0DD200F8AC0}"/>
              </a:ext>
            </a:extLst>
          </p:cNvPr>
          <p:cNvSpPr>
            <a:spLocks noChangeArrowheads="1"/>
          </p:cNvSpPr>
          <p:nvPr/>
        </p:nvSpPr>
        <p:spPr bwMode="auto">
          <a:xfrm>
            <a:off x="3276600" y="28956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68631" name="Oval 75">
            <a:extLst>
              <a:ext uri="{FF2B5EF4-FFF2-40B4-BE49-F238E27FC236}">
                <a16:creationId xmlns:a16="http://schemas.microsoft.com/office/drawing/2014/main" id="{C838AA81-6B84-3301-F858-864503A7DCEB}"/>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68632" name="Oval 76">
            <a:extLst>
              <a:ext uri="{FF2B5EF4-FFF2-40B4-BE49-F238E27FC236}">
                <a16:creationId xmlns:a16="http://schemas.microsoft.com/office/drawing/2014/main" id="{FAFAD184-9D9E-C989-C982-A23FE226960D}"/>
              </a:ext>
            </a:extLst>
          </p:cNvPr>
          <p:cNvSpPr>
            <a:spLocks noChangeArrowheads="1"/>
          </p:cNvSpPr>
          <p:nvPr/>
        </p:nvSpPr>
        <p:spPr bwMode="auto">
          <a:xfrm>
            <a:off x="15240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68633" name="Line 77">
            <a:extLst>
              <a:ext uri="{FF2B5EF4-FFF2-40B4-BE49-F238E27FC236}">
                <a16:creationId xmlns:a16="http://schemas.microsoft.com/office/drawing/2014/main" id="{5B69A5B6-4A28-5A9A-EC1F-87611AE439C7}"/>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34" name="Line 78">
            <a:extLst>
              <a:ext uri="{FF2B5EF4-FFF2-40B4-BE49-F238E27FC236}">
                <a16:creationId xmlns:a16="http://schemas.microsoft.com/office/drawing/2014/main" id="{13404666-9B3F-299C-1F04-B1242AAA8CBF}"/>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35" name="Line 79">
            <a:extLst>
              <a:ext uri="{FF2B5EF4-FFF2-40B4-BE49-F238E27FC236}">
                <a16:creationId xmlns:a16="http://schemas.microsoft.com/office/drawing/2014/main" id="{9603BA9B-2FA9-46AA-BEC7-7F02F61DA448}"/>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36" name="Text Box 80">
            <a:extLst>
              <a:ext uri="{FF2B5EF4-FFF2-40B4-BE49-F238E27FC236}">
                <a16:creationId xmlns:a16="http://schemas.microsoft.com/office/drawing/2014/main" id="{6B442EE2-71ED-4F09-568B-2544440E421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8637" name="Text Box 81">
            <a:extLst>
              <a:ext uri="{FF2B5EF4-FFF2-40B4-BE49-F238E27FC236}">
                <a16:creationId xmlns:a16="http://schemas.microsoft.com/office/drawing/2014/main" id="{314BF4B4-55E9-ABB0-F3E8-BAA986AE8475}"/>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68638" name="Text Box 82">
            <a:extLst>
              <a:ext uri="{FF2B5EF4-FFF2-40B4-BE49-F238E27FC236}">
                <a16:creationId xmlns:a16="http://schemas.microsoft.com/office/drawing/2014/main" id="{2198EF96-8833-EE07-C6AB-B3D143B0849A}"/>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8639" name="Text Box 83">
            <a:extLst>
              <a:ext uri="{FF2B5EF4-FFF2-40B4-BE49-F238E27FC236}">
                <a16:creationId xmlns:a16="http://schemas.microsoft.com/office/drawing/2014/main" id="{D4C3DF80-49B8-DC2D-DEFD-16ED72D17BDC}"/>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68640" name="Text Box 84">
            <a:extLst>
              <a:ext uri="{FF2B5EF4-FFF2-40B4-BE49-F238E27FC236}">
                <a16:creationId xmlns:a16="http://schemas.microsoft.com/office/drawing/2014/main" id="{6DFD3635-E5DC-EE60-44AE-C17BE0F8CB36}"/>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8641" name="Text Box 85">
            <a:extLst>
              <a:ext uri="{FF2B5EF4-FFF2-40B4-BE49-F238E27FC236}">
                <a16:creationId xmlns:a16="http://schemas.microsoft.com/office/drawing/2014/main" id="{96C4E899-15BC-C30C-1F2A-FD706DFAAB6C}"/>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8642" name="Text Box 86">
            <a:extLst>
              <a:ext uri="{FF2B5EF4-FFF2-40B4-BE49-F238E27FC236}">
                <a16:creationId xmlns:a16="http://schemas.microsoft.com/office/drawing/2014/main" id="{CA9D59A0-A0A6-430A-AE77-666EB820869A}"/>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8643" name="Text Box 87">
            <a:extLst>
              <a:ext uri="{FF2B5EF4-FFF2-40B4-BE49-F238E27FC236}">
                <a16:creationId xmlns:a16="http://schemas.microsoft.com/office/drawing/2014/main" id="{43E39B02-417D-81B2-20CB-D65C15716BD6}"/>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8644" name="Text Box 88">
            <a:extLst>
              <a:ext uri="{FF2B5EF4-FFF2-40B4-BE49-F238E27FC236}">
                <a16:creationId xmlns:a16="http://schemas.microsoft.com/office/drawing/2014/main" id="{B49655DB-7B3C-15A8-ECE3-92FB0C59CEEE}"/>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68645" name="Text Box 89">
            <a:extLst>
              <a:ext uri="{FF2B5EF4-FFF2-40B4-BE49-F238E27FC236}">
                <a16:creationId xmlns:a16="http://schemas.microsoft.com/office/drawing/2014/main" id="{EA3E3566-4A87-D3A9-F2CB-97223553BAE9}"/>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8646" name="Text Box 90">
            <a:extLst>
              <a:ext uri="{FF2B5EF4-FFF2-40B4-BE49-F238E27FC236}">
                <a16:creationId xmlns:a16="http://schemas.microsoft.com/office/drawing/2014/main" id="{A7FAA183-2105-2849-3E4C-01DCD72D4695}"/>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8647" name="Line 91">
            <a:extLst>
              <a:ext uri="{FF2B5EF4-FFF2-40B4-BE49-F238E27FC236}">
                <a16:creationId xmlns:a16="http://schemas.microsoft.com/office/drawing/2014/main" id="{02D2399B-1F01-B641-3B19-B0427BBB744F}"/>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8648" name="Text Box 92">
            <a:extLst>
              <a:ext uri="{FF2B5EF4-FFF2-40B4-BE49-F238E27FC236}">
                <a16:creationId xmlns:a16="http://schemas.microsoft.com/office/drawing/2014/main" id="{4D7AD738-FBE2-3334-6279-B4883DF88471}"/>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3">
            <a:extLst>
              <a:ext uri="{FF2B5EF4-FFF2-40B4-BE49-F238E27FC236}">
                <a16:creationId xmlns:a16="http://schemas.microsoft.com/office/drawing/2014/main" id="{D92F74F3-8584-7B19-FAF7-269CE2B11EB7}"/>
              </a:ext>
            </a:extLst>
          </p:cNvPr>
          <p:cNvSpPr txBox="1">
            <a:spLocks noChangeArrowheads="1"/>
          </p:cNvSpPr>
          <p:nvPr/>
        </p:nvSpPr>
        <p:spPr bwMode="auto">
          <a:xfrm>
            <a:off x="3929063" y="1524000"/>
            <a:ext cx="4529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hangingPunct="1">
              <a:spcBef>
                <a:spcPct val="50000"/>
              </a:spcBef>
              <a:buFontTx/>
              <a:buNone/>
            </a:pPr>
            <a:r>
              <a:rPr lang="en-US" altLang="en-US"/>
              <a:t>Sort the edges by increasing edge weight</a:t>
            </a:r>
          </a:p>
        </p:txBody>
      </p:sp>
      <p:graphicFrame>
        <p:nvGraphicFramePr>
          <p:cNvPr id="447492" name="Group 4">
            <a:extLst>
              <a:ext uri="{FF2B5EF4-FFF2-40B4-BE49-F238E27FC236}">
                <a16:creationId xmlns:a16="http://schemas.microsoft.com/office/drawing/2014/main" id="{DB53C29E-4FBC-5576-7111-8A2C01B9E27A}"/>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9673" name="Text Box 42">
            <a:extLst>
              <a:ext uri="{FF2B5EF4-FFF2-40B4-BE49-F238E27FC236}">
                <a16:creationId xmlns:a16="http://schemas.microsoft.com/office/drawing/2014/main" id="{EBEB54CC-54C4-5F81-CFEE-D7A477243B59}"/>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69674" name="Line 43">
            <a:extLst>
              <a:ext uri="{FF2B5EF4-FFF2-40B4-BE49-F238E27FC236}">
                <a16:creationId xmlns:a16="http://schemas.microsoft.com/office/drawing/2014/main" id="{9CA71F07-EF7D-F8E8-066A-07EC22EE3B2A}"/>
              </a:ext>
            </a:extLst>
          </p:cNvPr>
          <p:cNvSpPr>
            <a:spLocks noChangeShapeType="1"/>
          </p:cNvSpPr>
          <p:nvPr/>
        </p:nvSpPr>
        <p:spPr bwMode="auto">
          <a:xfrm flipH="1">
            <a:off x="3233738" y="3124200"/>
            <a:ext cx="381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75" name="Text Box 44">
            <a:extLst>
              <a:ext uri="{FF2B5EF4-FFF2-40B4-BE49-F238E27FC236}">
                <a16:creationId xmlns:a16="http://schemas.microsoft.com/office/drawing/2014/main" id="{D6364EEE-7412-4319-F884-AB9F2AB3585B}"/>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69676" name="Line 45">
            <a:extLst>
              <a:ext uri="{FF2B5EF4-FFF2-40B4-BE49-F238E27FC236}">
                <a16:creationId xmlns:a16="http://schemas.microsoft.com/office/drawing/2014/main" id="{8FE59E28-6F5A-255A-D9E9-7D43C3CCE6E4}"/>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77" name="Line 46">
            <a:extLst>
              <a:ext uri="{FF2B5EF4-FFF2-40B4-BE49-F238E27FC236}">
                <a16:creationId xmlns:a16="http://schemas.microsoft.com/office/drawing/2014/main" id="{9D1DAD38-E630-48CC-3D27-F28C9960F2D3}"/>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78" name="Line 47">
            <a:extLst>
              <a:ext uri="{FF2B5EF4-FFF2-40B4-BE49-F238E27FC236}">
                <a16:creationId xmlns:a16="http://schemas.microsoft.com/office/drawing/2014/main" id="{372B5D7C-106C-7DAF-BE43-592C8F1DD7EF}"/>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79" name="Line 48">
            <a:extLst>
              <a:ext uri="{FF2B5EF4-FFF2-40B4-BE49-F238E27FC236}">
                <a16:creationId xmlns:a16="http://schemas.microsoft.com/office/drawing/2014/main" id="{4549D93B-C5C7-3312-33A9-E4379AFBCBE8}"/>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80" name="Line 49">
            <a:extLst>
              <a:ext uri="{FF2B5EF4-FFF2-40B4-BE49-F238E27FC236}">
                <a16:creationId xmlns:a16="http://schemas.microsoft.com/office/drawing/2014/main" id="{200F9548-9D71-A417-0A1D-E387168D3B7D}"/>
              </a:ext>
            </a:extLst>
          </p:cNvPr>
          <p:cNvSpPr>
            <a:spLocks noChangeShapeType="1"/>
          </p:cNvSpPr>
          <p:nvPr/>
        </p:nvSpPr>
        <p:spPr bwMode="auto">
          <a:xfrm flipV="1">
            <a:off x="1828800" y="3200400"/>
            <a:ext cx="1600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81" name="Line 50">
            <a:extLst>
              <a:ext uri="{FF2B5EF4-FFF2-40B4-BE49-F238E27FC236}">
                <a16:creationId xmlns:a16="http://schemas.microsoft.com/office/drawing/2014/main" id="{EEF692AE-7E8F-640E-E585-05C3B4F468E8}"/>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82" name="Line 51">
            <a:extLst>
              <a:ext uri="{FF2B5EF4-FFF2-40B4-BE49-F238E27FC236}">
                <a16:creationId xmlns:a16="http://schemas.microsoft.com/office/drawing/2014/main" id="{6EF740A4-11A8-77F3-28E0-333517C51A3B}"/>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83" name="Line 52">
            <a:extLst>
              <a:ext uri="{FF2B5EF4-FFF2-40B4-BE49-F238E27FC236}">
                <a16:creationId xmlns:a16="http://schemas.microsoft.com/office/drawing/2014/main" id="{3240270D-CFDC-A790-0538-E47FD510F5AF}"/>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84" name="Line 53">
            <a:extLst>
              <a:ext uri="{FF2B5EF4-FFF2-40B4-BE49-F238E27FC236}">
                <a16:creationId xmlns:a16="http://schemas.microsoft.com/office/drawing/2014/main" id="{77D14F97-6A9C-9E43-922C-1F9C66AFFDEC}"/>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85" name="Oval 54">
            <a:extLst>
              <a:ext uri="{FF2B5EF4-FFF2-40B4-BE49-F238E27FC236}">
                <a16:creationId xmlns:a16="http://schemas.microsoft.com/office/drawing/2014/main" id="{5BF0E190-8331-2CF1-4EA8-EA7B1A5F3AE5}"/>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69686" name="Oval 55">
            <a:extLst>
              <a:ext uri="{FF2B5EF4-FFF2-40B4-BE49-F238E27FC236}">
                <a16:creationId xmlns:a16="http://schemas.microsoft.com/office/drawing/2014/main" id="{22083C99-A9C0-27EA-9C18-9C8B75479A77}"/>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69687" name="Oval 56">
            <a:extLst>
              <a:ext uri="{FF2B5EF4-FFF2-40B4-BE49-F238E27FC236}">
                <a16:creationId xmlns:a16="http://schemas.microsoft.com/office/drawing/2014/main" id="{CF7019B7-634F-B6D4-15A2-950E934D6C47}"/>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69688" name="Oval 57">
            <a:extLst>
              <a:ext uri="{FF2B5EF4-FFF2-40B4-BE49-F238E27FC236}">
                <a16:creationId xmlns:a16="http://schemas.microsoft.com/office/drawing/2014/main" id="{271492A0-38F4-C8ED-B8F0-E56850D5E41B}"/>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69689" name="Oval 58">
            <a:extLst>
              <a:ext uri="{FF2B5EF4-FFF2-40B4-BE49-F238E27FC236}">
                <a16:creationId xmlns:a16="http://schemas.microsoft.com/office/drawing/2014/main" id="{6799289D-B94B-95CD-38C1-408B525F0434}"/>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69690" name="Oval 59">
            <a:extLst>
              <a:ext uri="{FF2B5EF4-FFF2-40B4-BE49-F238E27FC236}">
                <a16:creationId xmlns:a16="http://schemas.microsoft.com/office/drawing/2014/main" id="{9DAF0827-63F6-B8DA-8DEE-A2CF87CF5BC2}"/>
              </a:ext>
            </a:extLst>
          </p:cNvPr>
          <p:cNvSpPr>
            <a:spLocks noChangeArrowheads="1"/>
          </p:cNvSpPr>
          <p:nvPr/>
        </p:nvSpPr>
        <p:spPr bwMode="auto">
          <a:xfrm>
            <a:off x="28194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69691" name="Oval 60">
            <a:extLst>
              <a:ext uri="{FF2B5EF4-FFF2-40B4-BE49-F238E27FC236}">
                <a16:creationId xmlns:a16="http://schemas.microsoft.com/office/drawing/2014/main" id="{BE16EB47-B846-3891-A22D-8E2F480D862E}"/>
              </a:ext>
            </a:extLst>
          </p:cNvPr>
          <p:cNvSpPr>
            <a:spLocks noChangeArrowheads="1"/>
          </p:cNvSpPr>
          <p:nvPr/>
        </p:nvSpPr>
        <p:spPr bwMode="auto">
          <a:xfrm>
            <a:off x="3276600" y="28956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69692" name="Oval 61">
            <a:extLst>
              <a:ext uri="{FF2B5EF4-FFF2-40B4-BE49-F238E27FC236}">
                <a16:creationId xmlns:a16="http://schemas.microsoft.com/office/drawing/2014/main" id="{DB44BE53-7143-C7BE-251D-0651136B9E40}"/>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69693" name="Oval 62">
            <a:extLst>
              <a:ext uri="{FF2B5EF4-FFF2-40B4-BE49-F238E27FC236}">
                <a16:creationId xmlns:a16="http://schemas.microsoft.com/office/drawing/2014/main" id="{EC32277B-1663-85DE-ADC7-65109A487729}"/>
              </a:ext>
            </a:extLst>
          </p:cNvPr>
          <p:cNvSpPr>
            <a:spLocks noChangeArrowheads="1"/>
          </p:cNvSpPr>
          <p:nvPr/>
        </p:nvSpPr>
        <p:spPr bwMode="auto">
          <a:xfrm>
            <a:off x="15240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69694" name="Line 63">
            <a:extLst>
              <a:ext uri="{FF2B5EF4-FFF2-40B4-BE49-F238E27FC236}">
                <a16:creationId xmlns:a16="http://schemas.microsoft.com/office/drawing/2014/main" id="{6781E352-AC26-14C4-C612-8A038457DDB6}"/>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95" name="Line 64">
            <a:extLst>
              <a:ext uri="{FF2B5EF4-FFF2-40B4-BE49-F238E27FC236}">
                <a16:creationId xmlns:a16="http://schemas.microsoft.com/office/drawing/2014/main" id="{EE778784-623F-8EF0-05DD-B8AECF6B011F}"/>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96" name="Line 65">
            <a:extLst>
              <a:ext uri="{FF2B5EF4-FFF2-40B4-BE49-F238E27FC236}">
                <a16:creationId xmlns:a16="http://schemas.microsoft.com/office/drawing/2014/main" id="{DEA85A85-D54C-846B-F8FB-A09B0949EA12}"/>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697" name="Text Box 66">
            <a:extLst>
              <a:ext uri="{FF2B5EF4-FFF2-40B4-BE49-F238E27FC236}">
                <a16:creationId xmlns:a16="http://schemas.microsoft.com/office/drawing/2014/main" id="{883FF251-0A7C-D67E-695B-F00B1B80F6F8}"/>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9698" name="Text Box 67">
            <a:extLst>
              <a:ext uri="{FF2B5EF4-FFF2-40B4-BE49-F238E27FC236}">
                <a16:creationId xmlns:a16="http://schemas.microsoft.com/office/drawing/2014/main" id="{6321DE49-BE2F-01E3-F29B-4C1C693422E2}"/>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69699" name="Text Box 68">
            <a:extLst>
              <a:ext uri="{FF2B5EF4-FFF2-40B4-BE49-F238E27FC236}">
                <a16:creationId xmlns:a16="http://schemas.microsoft.com/office/drawing/2014/main" id="{EDFDD03C-B764-F5FE-5EC2-34723D5033CD}"/>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9700" name="Text Box 69">
            <a:extLst>
              <a:ext uri="{FF2B5EF4-FFF2-40B4-BE49-F238E27FC236}">
                <a16:creationId xmlns:a16="http://schemas.microsoft.com/office/drawing/2014/main" id="{188DCF84-FC25-B4F0-FD77-4F6137442482}"/>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69701" name="Text Box 70">
            <a:extLst>
              <a:ext uri="{FF2B5EF4-FFF2-40B4-BE49-F238E27FC236}">
                <a16:creationId xmlns:a16="http://schemas.microsoft.com/office/drawing/2014/main" id="{F37EDB08-D700-34CC-80E1-3E883E350283}"/>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9702" name="Text Box 71">
            <a:extLst>
              <a:ext uri="{FF2B5EF4-FFF2-40B4-BE49-F238E27FC236}">
                <a16:creationId xmlns:a16="http://schemas.microsoft.com/office/drawing/2014/main" id="{4D2577F7-8A8E-0979-8F20-DB648C5D224E}"/>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9703" name="Text Box 72">
            <a:extLst>
              <a:ext uri="{FF2B5EF4-FFF2-40B4-BE49-F238E27FC236}">
                <a16:creationId xmlns:a16="http://schemas.microsoft.com/office/drawing/2014/main" id="{CBB4868B-695F-8307-0A0B-05511770937B}"/>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9704" name="Text Box 73">
            <a:extLst>
              <a:ext uri="{FF2B5EF4-FFF2-40B4-BE49-F238E27FC236}">
                <a16:creationId xmlns:a16="http://schemas.microsoft.com/office/drawing/2014/main" id="{98D6A65B-78B9-9ACD-F203-10D13E255481}"/>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9705" name="Text Box 74">
            <a:extLst>
              <a:ext uri="{FF2B5EF4-FFF2-40B4-BE49-F238E27FC236}">
                <a16:creationId xmlns:a16="http://schemas.microsoft.com/office/drawing/2014/main" id="{3A676C1D-AB97-943C-C419-3EAD1197A805}"/>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69706" name="Text Box 75">
            <a:extLst>
              <a:ext uri="{FF2B5EF4-FFF2-40B4-BE49-F238E27FC236}">
                <a16:creationId xmlns:a16="http://schemas.microsoft.com/office/drawing/2014/main" id="{DFD8C0F9-6B8D-9B16-7A19-6DC33DC8F5FA}"/>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69707" name="Text Box 76">
            <a:extLst>
              <a:ext uri="{FF2B5EF4-FFF2-40B4-BE49-F238E27FC236}">
                <a16:creationId xmlns:a16="http://schemas.microsoft.com/office/drawing/2014/main" id="{EFBC5DBC-C560-F764-C564-D945249FAE01}"/>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69708" name="Line 77">
            <a:extLst>
              <a:ext uri="{FF2B5EF4-FFF2-40B4-BE49-F238E27FC236}">
                <a16:creationId xmlns:a16="http://schemas.microsoft.com/office/drawing/2014/main" id="{5A2BFFFD-3C8C-21F4-FC67-6A6F79BC4E2C}"/>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9709" name="Text Box 78">
            <a:extLst>
              <a:ext uri="{FF2B5EF4-FFF2-40B4-BE49-F238E27FC236}">
                <a16:creationId xmlns:a16="http://schemas.microsoft.com/office/drawing/2014/main" id="{9B9111AD-94AE-63C5-D9E8-F7096B6D4D61}"/>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47567" name="Group 79">
            <a:extLst>
              <a:ext uri="{FF2B5EF4-FFF2-40B4-BE49-F238E27FC236}">
                <a16:creationId xmlns:a16="http://schemas.microsoft.com/office/drawing/2014/main" id="{B996CC9E-6058-2C42-408F-E50C744D0903}"/>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2500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 </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F7BCA277-AF5F-B5DA-5CEA-D52BF95AE7EF}"/>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48637" name="Group 125">
            <a:extLst>
              <a:ext uri="{FF2B5EF4-FFF2-40B4-BE49-F238E27FC236}">
                <a16:creationId xmlns:a16="http://schemas.microsoft.com/office/drawing/2014/main" id="{42FB0ADF-29B4-EB64-8D67-068FF134EBF4}"/>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0697" name="Text Box 41">
            <a:extLst>
              <a:ext uri="{FF2B5EF4-FFF2-40B4-BE49-F238E27FC236}">
                <a16:creationId xmlns:a16="http://schemas.microsoft.com/office/drawing/2014/main" id="{3C810A4C-C3D8-29BF-D212-A183DD9E84B0}"/>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0698" name="Line 42">
            <a:extLst>
              <a:ext uri="{FF2B5EF4-FFF2-40B4-BE49-F238E27FC236}">
                <a16:creationId xmlns:a16="http://schemas.microsoft.com/office/drawing/2014/main" id="{D9622A51-725A-89F9-8A6A-EE5F2F6A087F}"/>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699" name="Text Box 43">
            <a:extLst>
              <a:ext uri="{FF2B5EF4-FFF2-40B4-BE49-F238E27FC236}">
                <a16:creationId xmlns:a16="http://schemas.microsoft.com/office/drawing/2014/main" id="{50E1CB65-568D-A617-5A92-77C28949D053}"/>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0700" name="Line 44">
            <a:extLst>
              <a:ext uri="{FF2B5EF4-FFF2-40B4-BE49-F238E27FC236}">
                <a16:creationId xmlns:a16="http://schemas.microsoft.com/office/drawing/2014/main" id="{1041C5BE-06AF-6F10-38C7-33BF10D85D72}"/>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1" name="Line 45">
            <a:extLst>
              <a:ext uri="{FF2B5EF4-FFF2-40B4-BE49-F238E27FC236}">
                <a16:creationId xmlns:a16="http://schemas.microsoft.com/office/drawing/2014/main" id="{5AD7F10B-0CE8-15A3-D955-AC5756E362E2}"/>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2" name="Line 46">
            <a:extLst>
              <a:ext uri="{FF2B5EF4-FFF2-40B4-BE49-F238E27FC236}">
                <a16:creationId xmlns:a16="http://schemas.microsoft.com/office/drawing/2014/main" id="{351316DE-7F2F-B85B-25E6-71101D116138}"/>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3" name="Line 47">
            <a:extLst>
              <a:ext uri="{FF2B5EF4-FFF2-40B4-BE49-F238E27FC236}">
                <a16:creationId xmlns:a16="http://schemas.microsoft.com/office/drawing/2014/main" id="{CA7276D8-D9E9-E501-7E0F-28827E986284}"/>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4" name="Line 48">
            <a:extLst>
              <a:ext uri="{FF2B5EF4-FFF2-40B4-BE49-F238E27FC236}">
                <a16:creationId xmlns:a16="http://schemas.microsoft.com/office/drawing/2014/main" id="{835487D9-D85C-2EFB-EA11-166ABF208BB5}"/>
              </a:ext>
            </a:extLst>
          </p:cNvPr>
          <p:cNvSpPr>
            <a:spLocks noChangeShapeType="1"/>
          </p:cNvSpPr>
          <p:nvPr/>
        </p:nvSpPr>
        <p:spPr bwMode="auto">
          <a:xfrm flipV="1">
            <a:off x="1828800" y="3200400"/>
            <a:ext cx="1600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5" name="Line 49">
            <a:extLst>
              <a:ext uri="{FF2B5EF4-FFF2-40B4-BE49-F238E27FC236}">
                <a16:creationId xmlns:a16="http://schemas.microsoft.com/office/drawing/2014/main" id="{3A7F24CC-0C19-45F8-2AE2-3962D4C1E29B}"/>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6" name="Line 50">
            <a:extLst>
              <a:ext uri="{FF2B5EF4-FFF2-40B4-BE49-F238E27FC236}">
                <a16:creationId xmlns:a16="http://schemas.microsoft.com/office/drawing/2014/main" id="{0B72AA29-B953-1FFF-0735-FC6325219906}"/>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7" name="Line 51">
            <a:extLst>
              <a:ext uri="{FF2B5EF4-FFF2-40B4-BE49-F238E27FC236}">
                <a16:creationId xmlns:a16="http://schemas.microsoft.com/office/drawing/2014/main" id="{EC3B8EBE-2A1F-0E72-5C2B-5C3CF22956A5}"/>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8" name="Line 52">
            <a:extLst>
              <a:ext uri="{FF2B5EF4-FFF2-40B4-BE49-F238E27FC236}">
                <a16:creationId xmlns:a16="http://schemas.microsoft.com/office/drawing/2014/main" id="{6C3515DA-FA9A-5CEC-838B-0191397D08DB}"/>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09" name="Oval 53">
            <a:extLst>
              <a:ext uri="{FF2B5EF4-FFF2-40B4-BE49-F238E27FC236}">
                <a16:creationId xmlns:a16="http://schemas.microsoft.com/office/drawing/2014/main" id="{115BF7B1-D4CC-E3BF-7DBA-EE51CE6B308F}"/>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0710" name="Oval 54">
            <a:extLst>
              <a:ext uri="{FF2B5EF4-FFF2-40B4-BE49-F238E27FC236}">
                <a16:creationId xmlns:a16="http://schemas.microsoft.com/office/drawing/2014/main" id="{70D7F5C7-E83D-4471-065B-656D3CC49D50}"/>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0711" name="Oval 55">
            <a:extLst>
              <a:ext uri="{FF2B5EF4-FFF2-40B4-BE49-F238E27FC236}">
                <a16:creationId xmlns:a16="http://schemas.microsoft.com/office/drawing/2014/main" id="{17DC0E5C-2A97-964F-1965-84F817FB15D1}"/>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0712" name="Oval 56">
            <a:extLst>
              <a:ext uri="{FF2B5EF4-FFF2-40B4-BE49-F238E27FC236}">
                <a16:creationId xmlns:a16="http://schemas.microsoft.com/office/drawing/2014/main" id="{AB79C512-CB4F-B6E7-0FFD-920401D36AE3}"/>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0713" name="Oval 57">
            <a:extLst>
              <a:ext uri="{FF2B5EF4-FFF2-40B4-BE49-F238E27FC236}">
                <a16:creationId xmlns:a16="http://schemas.microsoft.com/office/drawing/2014/main" id="{2CA45BA6-5BAC-6A0F-3692-3F46E2B31507}"/>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0714" name="Oval 58">
            <a:extLst>
              <a:ext uri="{FF2B5EF4-FFF2-40B4-BE49-F238E27FC236}">
                <a16:creationId xmlns:a16="http://schemas.microsoft.com/office/drawing/2014/main" id="{07DFBDAF-87D5-DEF0-20D6-7E46B47FDB45}"/>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0715" name="Oval 59">
            <a:extLst>
              <a:ext uri="{FF2B5EF4-FFF2-40B4-BE49-F238E27FC236}">
                <a16:creationId xmlns:a16="http://schemas.microsoft.com/office/drawing/2014/main" id="{AB00D012-35DF-2942-1774-C4DF3A4B1802}"/>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0716" name="Oval 60">
            <a:extLst>
              <a:ext uri="{FF2B5EF4-FFF2-40B4-BE49-F238E27FC236}">
                <a16:creationId xmlns:a16="http://schemas.microsoft.com/office/drawing/2014/main" id="{A9DEEEE3-40FE-CD0B-D2E6-72403CCE2D70}"/>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0717" name="Oval 61">
            <a:extLst>
              <a:ext uri="{FF2B5EF4-FFF2-40B4-BE49-F238E27FC236}">
                <a16:creationId xmlns:a16="http://schemas.microsoft.com/office/drawing/2014/main" id="{67F63DAC-485E-E3F3-A1A2-81B2E36294C5}"/>
              </a:ext>
            </a:extLst>
          </p:cNvPr>
          <p:cNvSpPr>
            <a:spLocks noChangeArrowheads="1"/>
          </p:cNvSpPr>
          <p:nvPr/>
        </p:nvSpPr>
        <p:spPr bwMode="auto">
          <a:xfrm>
            <a:off x="1524000" y="3810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0718" name="Line 62">
            <a:extLst>
              <a:ext uri="{FF2B5EF4-FFF2-40B4-BE49-F238E27FC236}">
                <a16:creationId xmlns:a16="http://schemas.microsoft.com/office/drawing/2014/main" id="{A23188E9-6E18-360B-816E-A433D4CC4281}"/>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19" name="Line 63">
            <a:extLst>
              <a:ext uri="{FF2B5EF4-FFF2-40B4-BE49-F238E27FC236}">
                <a16:creationId xmlns:a16="http://schemas.microsoft.com/office/drawing/2014/main" id="{FCBD3C49-F021-E57E-6D2C-303FC82C6CC8}"/>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20" name="Line 64">
            <a:extLst>
              <a:ext uri="{FF2B5EF4-FFF2-40B4-BE49-F238E27FC236}">
                <a16:creationId xmlns:a16="http://schemas.microsoft.com/office/drawing/2014/main" id="{5043A938-E81B-5B58-B6A5-4B3B01FA1E03}"/>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21" name="Text Box 65">
            <a:extLst>
              <a:ext uri="{FF2B5EF4-FFF2-40B4-BE49-F238E27FC236}">
                <a16:creationId xmlns:a16="http://schemas.microsoft.com/office/drawing/2014/main" id="{5A76CCE3-7817-BA39-015A-1BB55A1FA299}"/>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0722" name="Text Box 66">
            <a:extLst>
              <a:ext uri="{FF2B5EF4-FFF2-40B4-BE49-F238E27FC236}">
                <a16:creationId xmlns:a16="http://schemas.microsoft.com/office/drawing/2014/main" id="{AA6A3B98-4086-72F2-860C-2EED85541A0D}"/>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0723" name="Text Box 67">
            <a:extLst>
              <a:ext uri="{FF2B5EF4-FFF2-40B4-BE49-F238E27FC236}">
                <a16:creationId xmlns:a16="http://schemas.microsoft.com/office/drawing/2014/main" id="{D31C2F82-FA9A-4298-DC00-8EC86AC81A14}"/>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0724" name="Text Box 68">
            <a:extLst>
              <a:ext uri="{FF2B5EF4-FFF2-40B4-BE49-F238E27FC236}">
                <a16:creationId xmlns:a16="http://schemas.microsoft.com/office/drawing/2014/main" id="{4401EFDA-18FD-B959-A952-3098BA819459}"/>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0725" name="Text Box 69">
            <a:extLst>
              <a:ext uri="{FF2B5EF4-FFF2-40B4-BE49-F238E27FC236}">
                <a16:creationId xmlns:a16="http://schemas.microsoft.com/office/drawing/2014/main" id="{5F0115C7-7111-7089-5E76-4B13EBD76EEB}"/>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0726" name="Text Box 70">
            <a:extLst>
              <a:ext uri="{FF2B5EF4-FFF2-40B4-BE49-F238E27FC236}">
                <a16:creationId xmlns:a16="http://schemas.microsoft.com/office/drawing/2014/main" id="{9D948ADB-67B0-6E0C-D9DC-F3CD7EF5C127}"/>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0727" name="Text Box 71">
            <a:extLst>
              <a:ext uri="{FF2B5EF4-FFF2-40B4-BE49-F238E27FC236}">
                <a16:creationId xmlns:a16="http://schemas.microsoft.com/office/drawing/2014/main" id="{FCBF3C36-56F9-7458-5D82-0FA8FBB75245}"/>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0728" name="Text Box 72">
            <a:extLst>
              <a:ext uri="{FF2B5EF4-FFF2-40B4-BE49-F238E27FC236}">
                <a16:creationId xmlns:a16="http://schemas.microsoft.com/office/drawing/2014/main" id="{5672CF7E-04F5-634C-A80C-ED09FF69905C}"/>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0729" name="Text Box 73">
            <a:extLst>
              <a:ext uri="{FF2B5EF4-FFF2-40B4-BE49-F238E27FC236}">
                <a16:creationId xmlns:a16="http://schemas.microsoft.com/office/drawing/2014/main" id="{15242804-8D37-70C4-C782-FC8E7A58CC27}"/>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0730" name="Text Box 74">
            <a:extLst>
              <a:ext uri="{FF2B5EF4-FFF2-40B4-BE49-F238E27FC236}">
                <a16:creationId xmlns:a16="http://schemas.microsoft.com/office/drawing/2014/main" id="{90B6DCC3-9293-0E43-406A-5C9E61A2F152}"/>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0731" name="Text Box 75">
            <a:extLst>
              <a:ext uri="{FF2B5EF4-FFF2-40B4-BE49-F238E27FC236}">
                <a16:creationId xmlns:a16="http://schemas.microsoft.com/office/drawing/2014/main" id="{DA04446D-7C5E-B13B-8DDD-B48870D19453}"/>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0732" name="Line 76">
            <a:extLst>
              <a:ext uri="{FF2B5EF4-FFF2-40B4-BE49-F238E27FC236}">
                <a16:creationId xmlns:a16="http://schemas.microsoft.com/office/drawing/2014/main" id="{D11C670F-AB4D-99D6-7540-7BA9424BD35B}"/>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0733" name="Text Box 77">
            <a:extLst>
              <a:ext uri="{FF2B5EF4-FFF2-40B4-BE49-F238E27FC236}">
                <a16:creationId xmlns:a16="http://schemas.microsoft.com/office/drawing/2014/main" id="{B5D32ED7-0BF3-31CC-49BC-6C67AB754558}"/>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48633" name="Group 121">
            <a:extLst>
              <a:ext uri="{FF2B5EF4-FFF2-40B4-BE49-F238E27FC236}">
                <a16:creationId xmlns:a16="http://schemas.microsoft.com/office/drawing/2014/main" id="{99322215-E59D-53F1-66C3-8BF4D3993F72}"/>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3">
            <a:extLst>
              <a:ext uri="{FF2B5EF4-FFF2-40B4-BE49-F238E27FC236}">
                <a16:creationId xmlns:a16="http://schemas.microsoft.com/office/drawing/2014/main" id="{DFF5E019-FC1E-6283-EE40-CD1467F686FC}"/>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49654" name="Group 118">
            <a:extLst>
              <a:ext uri="{FF2B5EF4-FFF2-40B4-BE49-F238E27FC236}">
                <a16:creationId xmlns:a16="http://schemas.microsoft.com/office/drawing/2014/main" id="{7BA557DC-AA36-212D-D0C1-85577C313702}"/>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1721" name="Text Box 42">
            <a:extLst>
              <a:ext uri="{FF2B5EF4-FFF2-40B4-BE49-F238E27FC236}">
                <a16:creationId xmlns:a16="http://schemas.microsoft.com/office/drawing/2014/main" id="{6602345C-3D4B-EBDD-44C8-E6C066749D23}"/>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1722" name="Line 43">
            <a:extLst>
              <a:ext uri="{FF2B5EF4-FFF2-40B4-BE49-F238E27FC236}">
                <a16:creationId xmlns:a16="http://schemas.microsoft.com/office/drawing/2014/main" id="{156C4820-3E5E-7E8E-E441-AA057536CD01}"/>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23" name="Text Box 44">
            <a:extLst>
              <a:ext uri="{FF2B5EF4-FFF2-40B4-BE49-F238E27FC236}">
                <a16:creationId xmlns:a16="http://schemas.microsoft.com/office/drawing/2014/main" id="{52C6CF92-926C-ED86-E8E0-6F6FDBE395ED}"/>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1724" name="Line 45">
            <a:extLst>
              <a:ext uri="{FF2B5EF4-FFF2-40B4-BE49-F238E27FC236}">
                <a16:creationId xmlns:a16="http://schemas.microsoft.com/office/drawing/2014/main" id="{E6C9E6B7-7918-CBDC-63B1-AB75C3547363}"/>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25" name="Line 46">
            <a:extLst>
              <a:ext uri="{FF2B5EF4-FFF2-40B4-BE49-F238E27FC236}">
                <a16:creationId xmlns:a16="http://schemas.microsoft.com/office/drawing/2014/main" id="{178F8E17-7A13-6499-5E41-DFB86F91F5B7}"/>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26" name="Line 47">
            <a:extLst>
              <a:ext uri="{FF2B5EF4-FFF2-40B4-BE49-F238E27FC236}">
                <a16:creationId xmlns:a16="http://schemas.microsoft.com/office/drawing/2014/main" id="{AB064131-0C55-7509-AFB6-26386EAEB0B8}"/>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27" name="Line 48">
            <a:extLst>
              <a:ext uri="{FF2B5EF4-FFF2-40B4-BE49-F238E27FC236}">
                <a16:creationId xmlns:a16="http://schemas.microsoft.com/office/drawing/2014/main" id="{A7543060-FAC8-5BF8-48ED-3ECD990490CD}"/>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28" name="Line 49">
            <a:extLst>
              <a:ext uri="{FF2B5EF4-FFF2-40B4-BE49-F238E27FC236}">
                <a16:creationId xmlns:a16="http://schemas.microsoft.com/office/drawing/2014/main" id="{F2EAC0D4-6F8F-A2B7-4680-8A092EFD9FDD}"/>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29" name="Line 50">
            <a:extLst>
              <a:ext uri="{FF2B5EF4-FFF2-40B4-BE49-F238E27FC236}">
                <a16:creationId xmlns:a16="http://schemas.microsoft.com/office/drawing/2014/main" id="{F6317703-3C73-5A2D-BCED-49A6F7CD9DEC}"/>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30" name="Line 51">
            <a:extLst>
              <a:ext uri="{FF2B5EF4-FFF2-40B4-BE49-F238E27FC236}">
                <a16:creationId xmlns:a16="http://schemas.microsoft.com/office/drawing/2014/main" id="{7C13179B-D881-53A7-E1E2-EF39C10F5EEF}"/>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31" name="Line 52">
            <a:extLst>
              <a:ext uri="{FF2B5EF4-FFF2-40B4-BE49-F238E27FC236}">
                <a16:creationId xmlns:a16="http://schemas.microsoft.com/office/drawing/2014/main" id="{BA231B55-B836-2E48-7A85-787CF624C2CA}"/>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32" name="Line 53">
            <a:extLst>
              <a:ext uri="{FF2B5EF4-FFF2-40B4-BE49-F238E27FC236}">
                <a16:creationId xmlns:a16="http://schemas.microsoft.com/office/drawing/2014/main" id="{E8F61301-77DD-424C-8EA6-575C1AA97B05}"/>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33" name="Oval 54">
            <a:extLst>
              <a:ext uri="{FF2B5EF4-FFF2-40B4-BE49-F238E27FC236}">
                <a16:creationId xmlns:a16="http://schemas.microsoft.com/office/drawing/2014/main" id="{A5C1800E-0DD4-EE29-57A5-C59BF7EFA07C}"/>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1734" name="Oval 55">
            <a:extLst>
              <a:ext uri="{FF2B5EF4-FFF2-40B4-BE49-F238E27FC236}">
                <a16:creationId xmlns:a16="http://schemas.microsoft.com/office/drawing/2014/main" id="{15A40038-CDC3-6A14-6DC9-D08E5D1FD65E}"/>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1735" name="Oval 56">
            <a:extLst>
              <a:ext uri="{FF2B5EF4-FFF2-40B4-BE49-F238E27FC236}">
                <a16:creationId xmlns:a16="http://schemas.microsoft.com/office/drawing/2014/main" id="{00D56D67-4E81-A8EF-3FE7-FCADAAA248EE}"/>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1736" name="Oval 57">
            <a:extLst>
              <a:ext uri="{FF2B5EF4-FFF2-40B4-BE49-F238E27FC236}">
                <a16:creationId xmlns:a16="http://schemas.microsoft.com/office/drawing/2014/main" id="{FBDD36A1-2BC7-E221-7B7A-A6FF49B02A98}"/>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1737" name="Oval 58">
            <a:extLst>
              <a:ext uri="{FF2B5EF4-FFF2-40B4-BE49-F238E27FC236}">
                <a16:creationId xmlns:a16="http://schemas.microsoft.com/office/drawing/2014/main" id="{646B6062-5603-756F-31AA-AEFBB806B043}"/>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1738" name="Oval 59">
            <a:extLst>
              <a:ext uri="{FF2B5EF4-FFF2-40B4-BE49-F238E27FC236}">
                <a16:creationId xmlns:a16="http://schemas.microsoft.com/office/drawing/2014/main" id="{7F41B234-245B-5CB2-A555-4AF3AD8642E5}"/>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1739" name="Oval 60">
            <a:extLst>
              <a:ext uri="{FF2B5EF4-FFF2-40B4-BE49-F238E27FC236}">
                <a16:creationId xmlns:a16="http://schemas.microsoft.com/office/drawing/2014/main" id="{77B49053-24C1-E552-C678-6013552D2563}"/>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1740" name="Oval 61">
            <a:extLst>
              <a:ext uri="{FF2B5EF4-FFF2-40B4-BE49-F238E27FC236}">
                <a16:creationId xmlns:a16="http://schemas.microsoft.com/office/drawing/2014/main" id="{462E760B-B9D6-ACCD-070C-8402778813F0}"/>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1741" name="Oval 62">
            <a:extLst>
              <a:ext uri="{FF2B5EF4-FFF2-40B4-BE49-F238E27FC236}">
                <a16:creationId xmlns:a16="http://schemas.microsoft.com/office/drawing/2014/main" id="{4D682340-0038-4A8D-6C2E-0110FD132CDC}"/>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1742" name="Line 63">
            <a:extLst>
              <a:ext uri="{FF2B5EF4-FFF2-40B4-BE49-F238E27FC236}">
                <a16:creationId xmlns:a16="http://schemas.microsoft.com/office/drawing/2014/main" id="{D7C5D2BD-B607-CBE9-7E31-10BA7FB3AB2A}"/>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43" name="Line 64">
            <a:extLst>
              <a:ext uri="{FF2B5EF4-FFF2-40B4-BE49-F238E27FC236}">
                <a16:creationId xmlns:a16="http://schemas.microsoft.com/office/drawing/2014/main" id="{707615D4-4206-8817-5BF2-40DE5717B9C6}"/>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44" name="Line 65">
            <a:extLst>
              <a:ext uri="{FF2B5EF4-FFF2-40B4-BE49-F238E27FC236}">
                <a16:creationId xmlns:a16="http://schemas.microsoft.com/office/drawing/2014/main" id="{506C1EFC-A8C9-AB21-B6EB-96A4566697DC}"/>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45" name="Text Box 66">
            <a:extLst>
              <a:ext uri="{FF2B5EF4-FFF2-40B4-BE49-F238E27FC236}">
                <a16:creationId xmlns:a16="http://schemas.microsoft.com/office/drawing/2014/main" id="{71D7D015-AEFF-D64A-4AF6-291BB4441276}"/>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1746" name="Text Box 67">
            <a:extLst>
              <a:ext uri="{FF2B5EF4-FFF2-40B4-BE49-F238E27FC236}">
                <a16:creationId xmlns:a16="http://schemas.microsoft.com/office/drawing/2014/main" id="{9208529D-1C6A-7EDD-CE3A-9FD54DED1EF9}"/>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1747" name="Text Box 68">
            <a:extLst>
              <a:ext uri="{FF2B5EF4-FFF2-40B4-BE49-F238E27FC236}">
                <a16:creationId xmlns:a16="http://schemas.microsoft.com/office/drawing/2014/main" id="{6D009316-D536-5BB7-14D2-7E2C2801B707}"/>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1748" name="Text Box 69">
            <a:extLst>
              <a:ext uri="{FF2B5EF4-FFF2-40B4-BE49-F238E27FC236}">
                <a16:creationId xmlns:a16="http://schemas.microsoft.com/office/drawing/2014/main" id="{14069CD6-9F47-CEF4-5FD0-56CD0878E90C}"/>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1749" name="Text Box 70">
            <a:extLst>
              <a:ext uri="{FF2B5EF4-FFF2-40B4-BE49-F238E27FC236}">
                <a16:creationId xmlns:a16="http://schemas.microsoft.com/office/drawing/2014/main" id="{29D08D2A-77B8-6580-2D6F-2A2499A9B4B3}"/>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1750" name="Text Box 71">
            <a:extLst>
              <a:ext uri="{FF2B5EF4-FFF2-40B4-BE49-F238E27FC236}">
                <a16:creationId xmlns:a16="http://schemas.microsoft.com/office/drawing/2014/main" id="{56B4A455-33BE-CE5A-9CE4-D695DB48CB49}"/>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1751" name="Text Box 72">
            <a:extLst>
              <a:ext uri="{FF2B5EF4-FFF2-40B4-BE49-F238E27FC236}">
                <a16:creationId xmlns:a16="http://schemas.microsoft.com/office/drawing/2014/main" id="{6A6942E6-686D-CF27-93B1-4C067B5DDBA3}"/>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1752" name="Text Box 73">
            <a:extLst>
              <a:ext uri="{FF2B5EF4-FFF2-40B4-BE49-F238E27FC236}">
                <a16:creationId xmlns:a16="http://schemas.microsoft.com/office/drawing/2014/main" id="{345AACAA-DD36-CCB3-41C1-55863F2C1097}"/>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1753" name="Text Box 74">
            <a:extLst>
              <a:ext uri="{FF2B5EF4-FFF2-40B4-BE49-F238E27FC236}">
                <a16:creationId xmlns:a16="http://schemas.microsoft.com/office/drawing/2014/main" id="{80EB3F59-B120-7995-E23F-DA79280BC1AF}"/>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1754" name="Text Box 75">
            <a:extLst>
              <a:ext uri="{FF2B5EF4-FFF2-40B4-BE49-F238E27FC236}">
                <a16:creationId xmlns:a16="http://schemas.microsoft.com/office/drawing/2014/main" id="{2BC7C865-D932-F08C-3212-FF3A1B458E44}"/>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1755" name="Text Box 76">
            <a:extLst>
              <a:ext uri="{FF2B5EF4-FFF2-40B4-BE49-F238E27FC236}">
                <a16:creationId xmlns:a16="http://schemas.microsoft.com/office/drawing/2014/main" id="{69A34AC0-D5E3-FDE3-F966-A53445DD8880}"/>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1756" name="Line 77">
            <a:extLst>
              <a:ext uri="{FF2B5EF4-FFF2-40B4-BE49-F238E27FC236}">
                <a16:creationId xmlns:a16="http://schemas.microsoft.com/office/drawing/2014/main" id="{D50CB707-AE6D-6032-5E3D-F353B3A1DBB3}"/>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757" name="Text Box 78">
            <a:extLst>
              <a:ext uri="{FF2B5EF4-FFF2-40B4-BE49-F238E27FC236}">
                <a16:creationId xmlns:a16="http://schemas.microsoft.com/office/drawing/2014/main" id="{B8467DDC-D9F7-1330-55FD-7DEB6BFD1A55}"/>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49615" name="Group 79">
            <a:extLst>
              <a:ext uri="{FF2B5EF4-FFF2-40B4-BE49-F238E27FC236}">
                <a16:creationId xmlns:a16="http://schemas.microsoft.com/office/drawing/2014/main" id="{49A120EA-D073-F056-2165-08D90D91E93E}"/>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26A52AA2-6210-08FD-1B0E-4497131B366A}"/>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50563" name="Group 3">
            <a:extLst>
              <a:ext uri="{FF2B5EF4-FFF2-40B4-BE49-F238E27FC236}">
                <a16:creationId xmlns:a16="http://schemas.microsoft.com/office/drawing/2014/main" id="{AA658075-D037-3DA8-EBDD-1C1F2CCAC234}"/>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2745" name="Text Box 41">
            <a:extLst>
              <a:ext uri="{FF2B5EF4-FFF2-40B4-BE49-F238E27FC236}">
                <a16:creationId xmlns:a16="http://schemas.microsoft.com/office/drawing/2014/main" id="{0E5C28EB-95B0-D41B-B3FF-4307E1CCCBC7}"/>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2746" name="Line 42">
            <a:extLst>
              <a:ext uri="{FF2B5EF4-FFF2-40B4-BE49-F238E27FC236}">
                <a16:creationId xmlns:a16="http://schemas.microsoft.com/office/drawing/2014/main" id="{D9427D49-2096-72D4-73DF-7C70D07534DE}"/>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47" name="Text Box 43">
            <a:extLst>
              <a:ext uri="{FF2B5EF4-FFF2-40B4-BE49-F238E27FC236}">
                <a16:creationId xmlns:a16="http://schemas.microsoft.com/office/drawing/2014/main" id="{E09061BB-BD08-F2AE-4C90-63577F21EEFF}"/>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2748" name="Line 44">
            <a:extLst>
              <a:ext uri="{FF2B5EF4-FFF2-40B4-BE49-F238E27FC236}">
                <a16:creationId xmlns:a16="http://schemas.microsoft.com/office/drawing/2014/main" id="{0B5E884D-B096-A120-A916-B923EB47FB24}"/>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49" name="Line 45">
            <a:extLst>
              <a:ext uri="{FF2B5EF4-FFF2-40B4-BE49-F238E27FC236}">
                <a16:creationId xmlns:a16="http://schemas.microsoft.com/office/drawing/2014/main" id="{AFFB00BA-7E09-18BB-C15B-715C69A6FD7F}"/>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0" name="Line 46">
            <a:extLst>
              <a:ext uri="{FF2B5EF4-FFF2-40B4-BE49-F238E27FC236}">
                <a16:creationId xmlns:a16="http://schemas.microsoft.com/office/drawing/2014/main" id="{8C9A4334-9D66-7525-16F3-F149D37199AA}"/>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1" name="Line 47">
            <a:extLst>
              <a:ext uri="{FF2B5EF4-FFF2-40B4-BE49-F238E27FC236}">
                <a16:creationId xmlns:a16="http://schemas.microsoft.com/office/drawing/2014/main" id="{1C54C967-BD95-5417-B506-B177FDE1BC27}"/>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2" name="Line 48">
            <a:extLst>
              <a:ext uri="{FF2B5EF4-FFF2-40B4-BE49-F238E27FC236}">
                <a16:creationId xmlns:a16="http://schemas.microsoft.com/office/drawing/2014/main" id="{6B58794A-177F-5869-E5BA-E76D019A4597}"/>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3" name="Line 49">
            <a:extLst>
              <a:ext uri="{FF2B5EF4-FFF2-40B4-BE49-F238E27FC236}">
                <a16:creationId xmlns:a16="http://schemas.microsoft.com/office/drawing/2014/main" id="{0E944F5C-04C5-5288-F5FF-349B33E9BE42}"/>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4" name="Line 50">
            <a:extLst>
              <a:ext uri="{FF2B5EF4-FFF2-40B4-BE49-F238E27FC236}">
                <a16:creationId xmlns:a16="http://schemas.microsoft.com/office/drawing/2014/main" id="{22F77DF8-8A5E-55E7-44EF-4A42DCF2621E}"/>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5" name="Line 51">
            <a:extLst>
              <a:ext uri="{FF2B5EF4-FFF2-40B4-BE49-F238E27FC236}">
                <a16:creationId xmlns:a16="http://schemas.microsoft.com/office/drawing/2014/main" id="{4F4EF6BD-38D8-899F-C175-D960760C2A39}"/>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6" name="Line 52">
            <a:extLst>
              <a:ext uri="{FF2B5EF4-FFF2-40B4-BE49-F238E27FC236}">
                <a16:creationId xmlns:a16="http://schemas.microsoft.com/office/drawing/2014/main" id="{3BB34517-B13F-C9EF-C8EB-48040FE1D0ED}"/>
              </a:ext>
            </a:extLst>
          </p:cNvPr>
          <p:cNvSpPr>
            <a:spLocks noChangeShapeType="1"/>
          </p:cNvSpPr>
          <p:nvPr/>
        </p:nvSpPr>
        <p:spPr bwMode="auto">
          <a:xfrm>
            <a:off x="3048000" y="2286000"/>
            <a:ext cx="3810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57" name="Oval 53">
            <a:extLst>
              <a:ext uri="{FF2B5EF4-FFF2-40B4-BE49-F238E27FC236}">
                <a16:creationId xmlns:a16="http://schemas.microsoft.com/office/drawing/2014/main" id="{3CF5CA9D-EB57-8130-83C0-A29C9DBBD34B}"/>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2758" name="Oval 54">
            <a:extLst>
              <a:ext uri="{FF2B5EF4-FFF2-40B4-BE49-F238E27FC236}">
                <a16:creationId xmlns:a16="http://schemas.microsoft.com/office/drawing/2014/main" id="{2EADDB05-CDF6-B255-D6B8-87ABAC991C03}"/>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2759" name="Oval 55">
            <a:extLst>
              <a:ext uri="{FF2B5EF4-FFF2-40B4-BE49-F238E27FC236}">
                <a16:creationId xmlns:a16="http://schemas.microsoft.com/office/drawing/2014/main" id="{3ED7ACF9-EC68-7E2F-6D1F-FA167466DB7C}"/>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2760" name="Oval 56">
            <a:extLst>
              <a:ext uri="{FF2B5EF4-FFF2-40B4-BE49-F238E27FC236}">
                <a16:creationId xmlns:a16="http://schemas.microsoft.com/office/drawing/2014/main" id="{562CB702-D237-007E-D7AE-7EC90177C3F0}"/>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2761" name="Oval 57">
            <a:extLst>
              <a:ext uri="{FF2B5EF4-FFF2-40B4-BE49-F238E27FC236}">
                <a16:creationId xmlns:a16="http://schemas.microsoft.com/office/drawing/2014/main" id="{F6BA5DDA-920E-D46C-7D76-570D3F34369E}"/>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2762" name="Oval 58">
            <a:extLst>
              <a:ext uri="{FF2B5EF4-FFF2-40B4-BE49-F238E27FC236}">
                <a16:creationId xmlns:a16="http://schemas.microsoft.com/office/drawing/2014/main" id="{7B903827-032B-0C85-46C6-6B9CEAABEA97}"/>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2763" name="Oval 59">
            <a:extLst>
              <a:ext uri="{FF2B5EF4-FFF2-40B4-BE49-F238E27FC236}">
                <a16:creationId xmlns:a16="http://schemas.microsoft.com/office/drawing/2014/main" id="{C5AB95E1-3761-2F1E-B0FD-D3154480DA2E}"/>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2764" name="Oval 60">
            <a:extLst>
              <a:ext uri="{FF2B5EF4-FFF2-40B4-BE49-F238E27FC236}">
                <a16:creationId xmlns:a16="http://schemas.microsoft.com/office/drawing/2014/main" id="{DCA171EB-1333-E9FF-7502-6F69DBF32D0C}"/>
              </a:ext>
            </a:extLst>
          </p:cNvPr>
          <p:cNvSpPr>
            <a:spLocks noChangeArrowheads="1"/>
          </p:cNvSpPr>
          <p:nvPr/>
        </p:nvSpPr>
        <p:spPr bwMode="auto">
          <a:xfrm>
            <a:off x="2743200" y="1905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2765" name="Oval 61">
            <a:extLst>
              <a:ext uri="{FF2B5EF4-FFF2-40B4-BE49-F238E27FC236}">
                <a16:creationId xmlns:a16="http://schemas.microsoft.com/office/drawing/2014/main" id="{54C75564-D7ED-537A-00CC-574F485597AD}"/>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2766" name="Line 62">
            <a:extLst>
              <a:ext uri="{FF2B5EF4-FFF2-40B4-BE49-F238E27FC236}">
                <a16:creationId xmlns:a16="http://schemas.microsoft.com/office/drawing/2014/main" id="{FE0807B7-6A9D-212C-C8A1-64B7A42714AD}"/>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67" name="Line 63">
            <a:extLst>
              <a:ext uri="{FF2B5EF4-FFF2-40B4-BE49-F238E27FC236}">
                <a16:creationId xmlns:a16="http://schemas.microsoft.com/office/drawing/2014/main" id="{42F2DE6A-AB6F-E415-3CD6-527072529341}"/>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68" name="Line 64">
            <a:extLst>
              <a:ext uri="{FF2B5EF4-FFF2-40B4-BE49-F238E27FC236}">
                <a16:creationId xmlns:a16="http://schemas.microsoft.com/office/drawing/2014/main" id="{FD76E9BD-BBB0-5631-C337-0710226FE49F}"/>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69" name="Text Box 65">
            <a:extLst>
              <a:ext uri="{FF2B5EF4-FFF2-40B4-BE49-F238E27FC236}">
                <a16:creationId xmlns:a16="http://schemas.microsoft.com/office/drawing/2014/main" id="{EF78FB45-F129-FAB0-55E0-67A14442DFA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2770" name="Text Box 66">
            <a:extLst>
              <a:ext uri="{FF2B5EF4-FFF2-40B4-BE49-F238E27FC236}">
                <a16:creationId xmlns:a16="http://schemas.microsoft.com/office/drawing/2014/main" id="{8D82554D-EF0D-6A36-01A3-D71A8F19B253}"/>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2771" name="Text Box 67">
            <a:extLst>
              <a:ext uri="{FF2B5EF4-FFF2-40B4-BE49-F238E27FC236}">
                <a16:creationId xmlns:a16="http://schemas.microsoft.com/office/drawing/2014/main" id="{E1617CEE-7C7D-65EE-696A-14ECD3607422}"/>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2772" name="Text Box 68">
            <a:extLst>
              <a:ext uri="{FF2B5EF4-FFF2-40B4-BE49-F238E27FC236}">
                <a16:creationId xmlns:a16="http://schemas.microsoft.com/office/drawing/2014/main" id="{7357AE4E-F30D-6613-283C-C1BC357004B5}"/>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2773" name="Text Box 69">
            <a:extLst>
              <a:ext uri="{FF2B5EF4-FFF2-40B4-BE49-F238E27FC236}">
                <a16:creationId xmlns:a16="http://schemas.microsoft.com/office/drawing/2014/main" id="{82C0934C-36FF-20FF-3C5F-443BDD220CB1}"/>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2774" name="Text Box 70">
            <a:extLst>
              <a:ext uri="{FF2B5EF4-FFF2-40B4-BE49-F238E27FC236}">
                <a16:creationId xmlns:a16="http://schemas.microsoft.com/office/drawing/2014/main" id="{2103C068-DCD0-0635-73B2-89B1782E9981}"/>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2775" name="Text Box 71">
            <a:extLst>
              <a:ext uri="{FF2B5EF4-FFF2-40B4-BE49-F238E27FC236}">
                <a16:creationId xmlns:a16="http://schemas.microsoft.com/office/drawing/2014/main" id="{FCCAFB5A-876C-940C-C689-10AFAF887AB6}"/>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2776" name="Text Box 72">
            <a:extLst>
              <a:ext uri="{FF2B5EF4-FFF2-40B4-BE49-F238E27FC236}">
                <a16:creationId xmlns:a16="http://schemas.microsoft.com/office/drawing/2014/main" id="{6CDB7FC9-4706-92C3-9851-0F291C036ED5}"/>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2777" name="Text Box 73">
            <a:extLst>
              <a:ext uri="{FF2B5EF4-FFF2-40B4-BE49-F238E27FC236}">
                <a16:creationId xmlns:a16="http://schemas.microsoft.com/office/drawing/2014/main" id="{7524EE78-583E-9844-F563-DD6DA98CD8F8}"/>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2778" name="Text Box 74">
            <a:extLst>
              <a:ext uri="{FF2B5EF4-FFF2-40B4-BE49-F238E27FC236}">
                <a16:creationId xmlns:a16="http://schemas.microsoft.com/office/drawing/2014/main" id="{18810449-D1FC-78DF-9E51-041424C1721A}"/>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2779" name="Text Box 75">
            <a:extLst>
              <a:ext uri="{FF2B5EF4-FFF2-40B4-BE49-F238E27FC236}">
                <a16:creationId xmlns:a16="http://schemas.microsoft.com/office/drawing/2014/main" id="{03C783FC-7CA0-AC97-2364-FD6E81DAD850}"/>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2780" name="Line 76">
            <a:extLst>
              <a:ext uri="{FF2B5EF4-FFF2-40B4-BE49-F238E27FC236}">
                <a16:creationId xmlns:a16="http://schemas.microsoft.com/office/drawing/2014/main" id="{B8F9F7B8-CE1D-CEF3-0D37-E03EDCCE72A2}"/>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781" name="Text Box 77">
            <a:extLst>
              <a:ext uri="{FF2B5EF4-FFF2-40B4-BE49-F238E27FC236}">
                <a16:creationId xmlns:a16="http://schemas.microsoft.com/office/drawing/2014/main" id="{C86502A3-0E21-5F9D-A346-4BD8C71F5ECB}"/>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50638" name="Group 78">
            <a:extLst>
              <a:ext uri="{FF2B5EF4-FFF2-40B4-BE49-F238E27FC236}">
                <a16:creationId xmlns:a16="http://schemas.microsoft.com/office/drawing/2014/main" id="{D7E5B9C8-05FC-619E-C4E7-8EF6F13A4976}"/>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2820" name="Text Box 118">
            <a:extLst>
              <a:ext uri="{FF2B5EF4-FFF2-40B4-BE49-F238E27FC236}">
                <a16:creationId xmlns:a16="http://schemas.microsoft.com/office/drawing/2014/main" id="{F05D1B80-88AE-46AF-4AF2-72EDA6698D45}"/>
              </a:ext>
            </a:extLst>
          </p:cNvPr>
          <p:cNvSpPr txBox="1">
            <a:spLocks noChangeArrowheads="1"/>
          </p:cNvSpPr>
          <p:nvPr/>
        </p:nvSpPr>
        <p:spPr bwMode="auto">
          <a:xfrm>
            <a:off x="3733800" y="4708525"/>
            <a:ext cx="464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Accepting edge (E,G) would create a cycle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050920D2-5B24-7F45-112E-9CA23F9EA247}"/>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57846" name="Group 118">
            <a:extLst>
              <a:ext uri="{FF2B5EF4-FFF2-40B4-BE49-F238E27FC236}">
                <a16:creationId xmlns:a16="http://schemas.microsoft.com/office/drawing/2014/main" id="{158DD5E5-DD3B-E684-9FF7-DD1453546327}"/>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3769" name="Text Box 41">
            <a:extLst>
              <a:ext uri="{FF2B5EF4-FFF2-40B4-BE49-F238E27FC236}">
                <a16:creationId xmlns:a16="http://schemas.microsoft.com/office/drawing/2014/main" id="{3D64BC17-0104-3EEA-9618-7AADC9942E4A}"/>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3770" name="Line 42">
            <a:extLst>
              <a:ext uri="{FF2B5EF4-FFF2-40B4-BE49-F238E27FC236}">
                <a16:creationId xmlns:a16="http://schemas.microsoft.com/office/drawing/2014/main" id="{B25D1560-356B-266E-967D-84E78096606F}"/>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1" name="Text Box 43">
            <a:extLst>
              <a:ext uri="{FF2B5EF4-FFF2-40B4-BE49-F238E27FC236}">
                <a16:creationId xmlns:a16="http://schemas.microsoft.com/office/drawing/2014/main" id="{8A7A7478-CCCA-CEB3-97BD-4316A532F5C4}"/>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3772" name="Line 44">
            <a:extLst>
              <a:ext uri="{FF2B5EF4-FFF2-40B4-BE49-F238E27FC236}">
                <a16:creationId xmlns:a16="http://schemas.microsoft.com/office/drawing/2014/main" id="{53C8E4DC-7D41-151C-259C-166C641C324B}"/>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3" name="Line 45">
            <a:extLst>
              <a:ext uri="{FF2B5EF4-FFF2-40B4-BE49-F238E27FC236}">
                <a16:creationId xmlns:a16="http://schemas.microsoft.com/office/drawing/2014/main" id="{83DD634B-96E9-8545-FC2F-3050F48A803D}"/>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4" name="Line 46">
            <a:extLst>
              <a:ext uri="{FF2B5EF4-FFF2-40B4-BE49-F238E27FC236}">
                <a16:creationId xmlns:a16="http://schemas.microsoft.com/office/drawing/2014/main" id="{CCF77A0F-AAED-572C-F4A8-1BB96A78EFC9}"/>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5" name="Line 47">
            <a:extLst>
              <a:ext uri="{FF2B5EF4-FFF2-40B4-BE49-F238E27FC236}">
                <a16:creationId xmlns:a16="http://schemas.microsoft.com/office/drawing/2014/main" id="{7E6004B1-F4B4-30DB-E789-4818F15D0A55}"/>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6" name="Line 48">
            <a:extLst>
              <a:ext uri="{FF2B5EF4-FFF2-40B4-BE49-F238E27FC236}">
                <a16:creationId xmlns:a16="http://schemas.microsoft.com/office/drawing/2014/main" id="{A8CA01DC-EBD1-F71B-9B38-9A707FC46084}"/>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7" name="Line 49">
            <a:extLst>
              <a:ext uri="{FF2B5EF4-FFF2-40B4-BE49-F238E27FC236}">
                <a16:creationId xmlns:a16="http://schemas.microsoft.com/office/drawing/2014/main" id="{DB2B7585-C9BC-B9B2-71A4-5A654FD7E0F0}"/>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8" name="Line 50">
            <a:extLst>
              <a:ext uri="{FF2B5EF4-FFF2-40B4-BE49-F238E27FC236}">
                <a16:creationId xmlns:a16="http://schemas.microsoft.com/office/drawing/2014/main" id="{C7E60FF1-76EB-D469-7EE1-CCA4522E7683}"/>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79" name="Line 51">
            <a:extLst>
              <a:ext uri="{FF2B5EF4-FFF2-40B4-BE49-F238E27FC236}">
                <a16:creationId xmlns:a16="http://schemas.microsoft.com/office/drawing/2014/main" id="{5E680031-415A-6E42-2E32-C40D92DDFA0F}"/>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80" name="Line 52">
            <a:extLst>
              <a:ext uri="{FF2B5EF4-FFF2-40B4-BE49-F238E27FC236}">
                <a16:creationId xmlns:a16="http://schemas.microsoft.com/office/drawing/2014/main" id="{43D62085-FD88-F5F3-74D3-09033E102C16}"/>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81" name="Oval 53">
            <a:extLst>
              <a:ext uri="{FF2B5EF4-FFF2-40B4-BE49-F238E27FC236}">
                <a16:creationId xmlns:a16="http://schemas.microsoft.com/office/drawing/2014/main" id="{70A9C5CF-2E49-5BC4-A609-84276791DABD}"/>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3782" name="Oval 54">
            <a:extLst>
              <a:ext uri="{FF2B5EF4-FFF2-40B4-BE49-F238E27FC236}">
                <a16:creationId xmlns:a16="http://schemas.microsoft.com/office/drawing/2014/main" id="{76BD2B53-6EF5-F2D5-2CBA-B5A4BBCF1302}"/>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3783" name="Oval 55">
            <a:extLst>
              <a:ext uri="{FF2B5EF4-FFF2-40B4-BE49-F238E27FC236}">
                <a16:creationId xmlns:a16="http://schemas.microsoft.com/office/drawing/2014/main" id="{B7DEE593-1C50-7902-3ED2-4DFB15ADCA34}"/>
              </a:ext>
            </a:extLst>
          </p:cNvPr>
          <p:cNvSpPr>
            <a:spLocks noChangeArrowheads="1"/>
          </p:cNvSpPr>
          <p:nvPr/>
        </p:nvSpPr>
        <p:spPr bwMode="auto">
          <a:xfrm>
            <a:off x="533400" y="3200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3784" name="Oval 56">
            <a:extLst>
              <a:ext uri="{FF2B5EF4-FFF2-40B4-BE49-F238E27FC236}">
                <a16:creationId xmlns:a16="http://schemas.microsoft.com/office/drawing/2014/main" id="{0A8DC5F2-7D6B-924A-113B-FFE10401478D}"/>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3785" name="Oval 57">
            <a:extLst>
              <a:ext uri="{FF2B5EF4-FFF2-40B4-BE49-F238E27FC236}">
                <a16:creationId xmlns:a16="http://schemas.microsoft.com/office/drawing/2014/main" id="{2ACF9385-E91A-AB36-D447-BE5AD24769F6}"/>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3786" name="Oval 58">
            <a:extLst>
              <a:ext uri="{FF2B5EF4-FFF2-40B4-BE49-F238E27FC236}">
                <a16:creationId xmlns:a16="http://schemas.microsoft.com/office/drawing/2014/main" id="{5F3B146E-F776-E4A3-CFF5-E347D37B85E3}"/>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3787" name="Oval 59">
            <a:extLst>
              <a:ext uri="{FF2B5EF4-FFF2-40B4-BE49-F238E27FC236}">
                <a16:creationId xmlns:a16="http://schemas.microsoft.com/office/drawing/2014/main" id="{27D11126-DFA5-F4E3-ADA5-C75F545B118C}"/>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3788" name="Oval 60">
            <a:extLst>
              <a:ext uri="{FF2B5EF4-FFF2-40B4-BE49-F238E27FC236}">
                <a16:creationId xmlns:a16="http://schemas.microsoft.com/office/drawing/2014/main" id="{DDA64C2C-B09D-4D0F-CE54-5CD5E204DC52}"/>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3789" name="Oval 61">
            <a:extLst>
              <a:ext uri="{FF2B5EF4-FFF2-40B4-BE49-F238E27FC236}">
                <a16:creationId xmlns:a16="http://schemas.microsoft.com/office/drawing/2014/main" id="{8247E843-BC26-E5EC-E7B7-F13BA2B2041B}"/>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3790" name="Line 62">
            <a:extLst>
              <a:ext uri="{FF2B5EF4-FFF2-40B4-BE49-F238E27FC236}">
                <a16:creationId xmlns:a16="http://schemas.microsoft.com/office/drawing/2014/main" id="{B1B29551-84CE-E7C2-DE51-24143BAAB564}"/>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91" name="Line 63">
            <a:extLst>
              <a:ext uri="{FF2B5EF4-FFF2-40B4-BE49-F238E27FC236}">
                <a16:creationId xmlns:a16="http://schemas.microsoft.com/office/drawing/2014/main" id="{A37C68E8-324E-99C4-47EC-C973F19E3CD1}"/>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92" name="Line 64">
            <a:extLst>
              <a:ext uri="{FF2B5EF4-FFF2-40B4-BE49-F238E27FC236}">
                <a16:creationId xmlns:a16="http://schemas.microsoft.com/office/drawing/2014/main" id="{FCB33830-895E-A3AF-28DB-D1D9523D431D}"/>
              </a:ext>
            </a:extLst>
          </p:cNvPr>
          <p:cNvSpPr>
            <a:spLocks noChangeShapeType="1"/>
          </p:cNvSpPr>
          <p:nvPr/>
        </p:nvSpPr>
        <p:spPr bwMode="auto">
          <a:xfrm flipH="1" flipV="1">
            <a:off x="914400" y="3581400"/>
            <a:ext cx="609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793" name="Text Box 65">
            <a:extLst>
              <a:ext uri="{FF2B5EF4-FFF2-40B4-BE49-F238E27FC236}">
                <a16:creationId xmlns:a16="http://schemas.microsoft.com/office/drawing/2014/main" id="{2919F956-904D-EA99-4F72-973610F1CA04}"/>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3794" name="Text Box 66">
            <a:extLst>
              <a:ext uri="{FF2B5EF4-FFF2-40B4-BE49-F238E27FC236}">
                <a16:creationId xmlns:a16="http://schemas.microsoft.com/office/drawing/2014/main" id="{699FEC58-72C5-9F94-7174-60F90A2AFAD1}"/>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3795" name="Text Box 67">
            <a:extLst>
              <a:ext uri="{FF2B5EF4-FFF2-40B4-BE49-F238E27FC236}">
                <a16:creationId xmlns:a16="http://schemas.microsoft.com/office/drawing/2014/main" id="{0225D169-6ED0-A4FE-F99D-3EDB9BBCCB62}"/>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3796" name="Text Box 68">
            <a:extLst>
              <a:ext uri="{FF2B5EF4-FFF2-40B4-BE49-F238E27FC236}">
                <a16:creationId xmlns:a16="http://schemas.microsoft.com/office/drawing/2014/main" id="{DDEF8A53-C9DD-BFC7-FEDB-E68F511C1259}"/>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3797" name="Text Box 69">
            <a:extLst>
              <a:ext uri="{FF2B5EF4-FFF2-40B4-BE49-F238E27FC236}">
                <a16:creationId xmlns:a16="http://schemas.microsoft.com/office/drawing/2014/main" id="{4147A25B-78EF-DE44-E4E0-F576830DF566}"/>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3798" name="Text Box 70">
            <a:extLst>
              <a:ext uri="{FF2B5EF4-FFF2-40B4-BE49-F238E27FC236}">
                <a16:creationId xmlns:a16="http://schemas.microsoft.com/office/drawing/2014/main" id="{5E8DA46F-89BD-29B7-CC95-C2DB3B42960E}"/>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3799" name="Text Box 71">
            <a:extLst>
              <a:ext uri="{FF2B5EF4-FFF2-40B4-BE49-F238E27FC236}">
                <a16:creationId xmlns:a16="http://schemas.microsoft.com/office/drawing/2014/main" id="{D1A080F2-47E3-0EFF-6168-B15111666431}"/>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3800" name="Text Box 72">
            <a:extLst>
              <a:ext uri="{FF2B5EF4-FFF2-40B4-BE49-F238E27FC236}">
                <a16:creationId xmlns:a16="http://schemas.microsoft.com/office/drawing/2014/main" id="{BC5372FE-AB2C-E546-E4D4-22688D4B4185}"/>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3801" name="Text Box 73">
            <a:extLst>
              <a:ext uri="{FF2B5EF4-FFF2-40B4-BE49-F238E27FC236}">
                <a16:creationId xmlns:a16="http://schemas.microsoft.com/office/drawing/2014/main" id="{46926F0D-C8A7-D85D-2045-5529F2C53551}"/>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3802" name="Text Box 74">
            <a:extLst>
              <a:ext uri="{FF2B5EF4-FFF2-40B4-BE49-F238E27FC236}">
                <a16:creationId xmlns:a16="http://schemas.microsoft.com/office/drawing/2014/main" id="{015A3905-4579-39E8-C7EE-B264B99F36A3}"/>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3803" name="Text Box 75">
            <a:extLst>
              <a:ext uri="{FF2B5EF4-FFF2-40B4-BE49-F238E27FC236}">
                <a16:creationId xmlns:a16="http://schemas.microsoft.com/office/drawing/2014/main" id="{EABB4ECE-C7B0-3BE2-1FF9-5DEB4F7F77D2}"/>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3804" name="Line 76">
            <a:extLst>
              <a:ext uri="{FF2B5EF4-FFF2-40B4-BE49-F238E27FC236}">
                <a16:creationId xmlns:a16="http://schemas.microsoft.com/office/drawing/2014/main" id="{92CDC3A1-BE5C-713F-6A75-1AB34BAE3A74}"/>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3805" name="Text Box 77">
            <a:extLst>
              <a:ext uri="{FF2B5EF4-FFF2-40B4-BE49-F238E27FC236}">
                <a16:creationId xmlns:a16="http://schemas.microsoft.com/office/drawing/2014/main" id="{B7C2DBF8-9991-8963-DF12-BCA46B392DC1}"/>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57806" name="Group 78">
            <a:extLst>
              <a:ext uri="{FF2B5EF4-FFF2-40B4-BE49-F238E27FC236}">
                <a16:creationId xmlns:a16="http://schemas.microsoft.com/office/drawing/2014/main" id="{81AC2B6D-B431-951C-2937-763E2D206C99}"/>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a:extLst>
              <a:ext uri="{FF2B5EF4-FFF2-40B4-BE49-F238E27FC236}">
                <a16:creationId xmlns:a16="http://schemas.microsoft.com/office/drawing/2014/main" id="{1616BC65-C453-9761-5948-CC5D5FD7CEA7}"/>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58869" name="Group 117">
            <a:extLst>
              <a:ext uri="{FF2B5EF4-FFF2-40B4-BE49-F238E27FC236}">
                <a16:creationId xmlns:a16="http://schemas.microsoft.com/office/drawing/2014/main" id="{5D67A7D6-BE76-E090-A325-D3AF3BB48433}"/>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4793" name="Text Box 41">
            <a:extLst>
              <a:ext uri="{FF2B5EF4-FFF2-40B4-BE49-F238E27FC236}">
                <a16:creationId xmlns:a16="http://schemas.microsoft.com/office/drawing/2014/main" id="{D9E4E830-ED4F-3B2B-0823-AFA8753CD306}"/>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4794" name="Line 42">
            <a:extLst>
              <a:ext uri="{FF2B5EF4-FFF2-40B4-BE49-F238E27FC236}">
                <a16:creationId xmlns:a16="http://schemas.microsoft.com/office/drawing/2014/main" id="{0C013BA5-AE17-52D1-26B9-89E38AD38645}"/>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795" name="Text Box 43">
            <a:extLst>
              <a:ext uri="{FF2B5EF4-FFF2-40B4-BE49-F238E27FC236}">
                <a16:creationId xmlns:a16="http://schemas.microsoft.com/office/drawing/2014/main" id="{3AC3ECC1-2BEC-901A-861D-D11DD3D4E53E}"/>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4796" name="Line 44">
            <a:extLst>
              <a:ext uri="{FF2B5EF4-FFF2-40B4-BE49-F238E27FC236}">
                <a16:creationId xmlns:a16="http://schemas.microsoft.com/office/drawing/2014/main" id="{49C43C31-2043-11B8-979D-2BD813DFD7EE}"/>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797" name="Line 45">
            <a:extLst>
              <a:ext uri="{FF2B5EF4-FFF2-40B4-BE49-F238E27FC236}">
                <a16:creationId xmlns:a16="http://schemas.microsoft.com/office/drawing/2014/main" id="{486B3107-6FC5-5FC3-A219-3690F18BE509}"/>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798" name="Line 46">
            <a:extLst>
              <a:ext uri="{FF2B5EF4-FFF2-40B4-BE49-F238E27FC236}">
                <a16:creationId xmlns:a16="http://schemas.microsoft.com/office/drawing/2014/main" id="{31C6A507-D58B-3E29-61EC-7104558CFC7C}"/>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799" name="Line 47">
            <a:extLst>
              <a:ext uri="{FF2B5EF4-FFF2-40B4-BE49-F238E27FC236}">
                <a16:creationId xmlns:a16="http://schemas.microsoft.com/office/drawing/2014/main" id="{969398CE-B713-2B06-D353-5E8997CA64C5}"/>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00" name="Line 48">
            <a:extLst>
              <a:ext uri="{FF2B5EF4-FFF2-40B4-BE49-F238E27FC236}">
                <a16:creationId xmlns:a16="http://schemas.microsoft.com/office/drawing/2014/main" id="{DE952FF5-31A1-435B-124F-5F897CE48765}"/>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01" name="Line 49">
            <a:extLst>
              <a:ext uri="{FF2B5EF4-FFF2-40B4-BE49-F238E27FC236}">
                <a16:creationId xmlns:a16="http://schemas.microsoft.com/office/drawing/2014/main" id="{B4219885-8B06-028C-0986-CCE3B3286076}"/>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02" name="Line 50">
            <a:extLst>
              <a:ext uri="{FF2B5EF4-FFF2-40B4-BE49-F238E27FC236}">
                <a16:creationId xmlns:a16="http://schemas.microsoft.com/office/drawing/2014/main" id="{9737C867-A150-B1C4-EEA9-98B75F654934}"/>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03" name="Line 51">
            <a:extLst>
              <a:ext uri="{FF2B5EF4-FFF2-40B4-BE49-F238E27FC236}">
                <a16:creationId xmlns:a16="http://schemas.microsoft.com/office/drawing/2014/main" id="{CE692628-2B94-16A3-1765-BA5292F48FB1}"/>
              </a:ext>
            </a:extLst>
          </p:cNvPr>
          <p:cNvSpPr>
            <a:spLocks noChangeShapeType="1"/>
          </p:cNvSpPr>
          <p:nvPr/>
        </p:nvSpPr>
        <p:spPr bwMode="auto">
          <a:xfrm>
            <a:off x="2178050" y="201453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04" name="Line 52">
            <a:extLst>
              <a:ext uri="{FF2B5EF4-FFF2-40B4-BE49-F238E27FC236}">
                <a16:creationId xmlns:a16="http://schemas.microsoft.com/office/drawing/2014/main" id="{DE48C6D0-092A-44A1-96D6-1B33F54C0DFC}"/>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05" name="Oval 53">
            <a:extLst>
              <a:ext uri="{FF2B5EF4-FFF2-40B4-BE49-F238E27FC236}">
                <a16:creationId xmlns:a16="http://schemas.microsoft.com/office/drawing/2014/main" id="{F78CB504-47DC-6AD1-5261-DC73EC44E7E4}"/>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4806" name="Oval 54">
            <a:extLst>
              <a:ext uri="{FF2B5EF4-FFF2-40B4-BE49-F238E27FC236}">
                <a16:creationId xmlns:a16="http://schemas.microsoft.com/office/drawing/2014/main" id="{64566B59-1681-3613-A745-903F0412599B}"/>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4807" name="Oval 55">
            <a:extLst>
              <a:ext uri="{FF2B5EF4-FFF2-40B4-BE49-F238E27FC236}">
                <a16:creationId xmlns:a16="http://schemas.microsoft.com/office/drawing/2014/main" id="{D146C18D-80FC-2ADE-7DA2-894BE0F7CFCA}"/>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4808" name="Oval 56">
            <a:extLst>
              <a:ext uri="{FF2B5EF4-FFF2-40B4-BE49-F238E27FC236}">
                <a16:creationId xmlns:a16="http://schemas.microsoft.com/office/drawing/2014/main" id="{F21CEC44-4027-8D70-360F-6EDEF5A864F4}"/>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4809" name="Oval 57">
            <a:extLst>
              <a:ext uri="{FF2B5EF4-FFF2-40B4-BE49-F238E27FC236}">
                <a16:creationId xmlns:a16="http://schemas.microsoft.com/office/drawing/2014/main" id="{F0398834-3F32-6201-2E3D-6BF2067F5BEE}"/>
              </a:ext>
            </a:extLst>
          </p:cNvPr>
          <p:cNvSpPr>
            <a:spLocks noChangeArrowheads="1"/>
          </p:cNvSpPr>
          <p:nvPr/>
        </p:nvSpPr>
        <p:spPr bwMode="auto">
          <a:xfrm>
            <a:off x="1752600" y="18288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4810" name="Oval 58">
            <a:extLst>
              <a:ext uri="{FF2B5EF4-FFF2-40B4-BE49-F238E27FC236}">
                <a16:creationId xmlns:a16="http://schemas.microsoft.com/office/drawing/2014/main" id="{D57A67E4-1081-7345-1120-7D907FDC011B}"/>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4811" name="Oval 59">
            <a:extLst>
              <a:ext uri="{FF2B5EF4-FFF2-40B4-BE49-F238E27FC236}">
                <a16:creationId xmlns:a16="http://schemas.microsoft.com/office/drawing/2014/main" id="{52AD57FD-251C-3F41-9E02-37AD9CB16F17}"/>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4812" name="Oval 60">
            <a:extLst>
              <a:ext uri="{FF2B5EF4-FFF2-40B4-BE49-F238E27FC236}">
                <a16:creationId xmlns:a16="http://schemas.microsoft.com/office/drawing/2014/main" id="{B5769131-5B27-62A2-DA7F-6A5214620A84}"/>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4813" name="Oval 61">
            <a:extLst>
              <a:ext uri="{FF2B5EF4-FFF2-40B4-BE49-F238E27FC236}">
                <a16:creationId xmlns:a16="http://schemas.microsoft.com/office/drawing/2014/main" id="{7E0C89BB-DDD3-93A1-9A4F-20BFEB8264C4}"/>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4814" name="Line 62">
            <a:extLst>
              <a:ext uri="{FF2B5EF4-FFF2-40B4-BE49-F238E27FC236}">
                <a16:creationId xmlns:a16="http://schemas.microsoft.com/office/drawing/2014/main" id="{DA852628-9A1E-5B93-CF69-F3397EA3DBCD}"/>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15" name="Line 63">
            <a:extLst>
              <a:ext uri="{FF2B5EF4-FFF2-40B4-BE49-F238E27FC236}">
                <a16:creationId xmlns:a16="http://schemas.microsoft.com/office/drawing/2014/main" id="{D81BF6E4-9B26-74AD-F530-476143B5D083}"/>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16" name="Line 64">
            <a:extLst>
              <a:ext uri="{FF2B5EF4-FFF2-40B4-BE49-F238E27FC236}">
                <a16:creationId xmlns:a16="http://schemas.microsoft.com/office/drawing/2014/main" id="{7A7E22CB-0505-520A-487A-5423AEEADF31}"/>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17" name="Text Box 65">
            <a:extLst>
              <a:ext uri="{FF2B5EF4-FFF2-40B4-BE49-F238E27FC236}">
                <a16:creationId xmlns:a16="http://schemas.microsoft.com/office/drawing/2014/main" id="{27C45F2F-5071-6A5C-2C52-4C57D621E9F7}"/>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4818" name="Text Box 66">
            <a:extLst>
              <a:ext uri="{FF2B5EF4-FFF2-40B4-BE49-F238E27FC236}">
                <a16:creationId xmlns:a16="http://schemas.microsoft.com/office/drawing/2014/main" id="{021F86D4-1481-06E5-BB92-E7B990F5CFD4}"/>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4819" name="Text Box 67">
            <a:extLst>
              <a:ext uri="{FF2B5EF4-FFF2-40B4-BE49-F238E27FC236}">
                <a16:creationId xmlns:a16="http://schemas.microsoft.com/office/drawing/2014/main" id="{A46CDB0E-99CF-6CDA-2E83-353B5BE6837E}"/>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4820" name="Text Box 68">
            <a:extLst>
              <a:ext uri="{FF2B5EF4-FFF2-40B4-BE49-F238E27FC236}">
                <a16:creationId xmlns:a16="http://schemas.microsoft.com/office/drawing/2014/main" id="{248DE867-2941-419B-720D-8A57DC58BE99}"/>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4821" name="Text Box 69">
            <a:extLst>
              <a:ext uri="{FF2B5EF4-FFF2-40B4-BE49-F238E27FC236}">
                <a16:creationId xmlns:a16="http://schemas.microsoft.com/office/drawing/2014/main" id="{880F3296-6552-1820-4F44-083F66D9967D}"/>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4822" name="Text Box 70">
            <a:extLst>
              <a:ext uri="{FF2B5EF4-FFF2-40B4-BE49-F238E27FC236}">
                <a16:creationId xmlns:a16="http://schemas.microsoft.com/office/drawing/2014/main" id="{EA40F05C-1B06-2B9E-A787-2F45C0403BD0}"/>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4823" name="Text Box 71">
            <a:extLst>
              <a:ext uri="{FF2B5EF4-FFF2-40B4-BE49-F238E27FC236}">
                <a16:creationId xmlns:a16="http://schemas.microsoft.com/office/drawing/2014/main" id="{0E74DD6A-5B4B-8519-376D-487C8D1AB3D4}"/>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4824" name="Text Box 72">
            <a:extLst>
              <a:ext uri="{FF2B5EF4-FFF2-40B4-BE49-F238E27FC236}">
                <a16:creationId xmlns:a16="http://schemas.microsoft.com/office/drawing/2014/main" id="{F387B6BD-67A8-F413-5809-5BFC4E0E426E}"/>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4825" name="Text Box 73">
            <a:extLst>
              <a:ext uri="{FF2B5EF4-FFF2-40B4-BE49-F238E27FC236}">
                <a16:creationId xmlns:a16="http://schemas.microsoft.com/office/drawing/2014/main" id="{204A7FD9-A75D-CE92-9F66-CE00A4AA8BA6}"/>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4826" name="Text Box 74">
            <a:extLst>
              <a:ext uri="{FF2B5EF4-FFF2-40B4-BE49-F238E27FC236}">
                <a16:creationId xmlns:a16="http://schemas.microsoft.com/office/drawing/2014/main" id="{C5A1CBC6-38E7-22B8-3810-DA4A84F88888}"/>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4827" name="Text Box 75">
            <a:extLst>
              <a:ext uri="{FF2B5EF4-FFF2-40B4-BE49-F238E27FC236}">
                <a16:creationId xmlns:a16="http://schemas.microsoft.com/office/drawing/2014/main" id="{9C23DEC9-45A6-86B0-073E-D1AEDCCC2BFE}"/>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4828" name="Line 76">
            <a:extLst>
              <a:ext uri="{FF2B5EF4-FFF2-40B4-BE49-F238E27FC236}">
                <a16:creationId xmlns:a16="http://schemas.microsoft.com/office/drawing/2014/main" id="{88197310-0286-5CBF-FB2D-010C9AEEC6CA}"/>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4829" name="Text Box 77">
            <a:extLst>
              <a:ext uri="{FF2B5EF4-FFF2-40B4-BE49-F238E27FC236}">
                <a16:creationId xmlns:a16="http://schemas.microsoft.com/office/drawing/2014/main" id="{06540DBC-3BAF-ADA7-7732-A290C82EE033}"/>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58830" name="Group 78">
            <a:extLst>
              <a:ext uri="{FF2B5EF4-FFF2-40B4-BE49-F238E27FC236}">
                <a16:creationId xmlns:a16="http://schemas.microsoft.com/office/drawing/2014/main" id="{6C269F0A-22BC-AD36-E778-CD583E8EC828}"/>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77A1626A-F746-7FA9-F3D9-53F7A141A029}"/>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59893" name="Group 117">
            <a:extLst>
              <a:ext uri="{FF2B5EF4-FFF2-40B4-BE49-F238E27FC236}">
                <a16:creationId xmlns:a16="http://schemas.microsoft.com/office/drawing/2014/main" id="{13DA04B4-E135-CF5E-A4D6-37701A94CB13}"/>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5817" name="Text Box 41">
            <a:extLst>
              <a:ext uri="{FF2B5EF4-FFF2-40B4-BE49-F238E27FC236}">
                <a16:creationId xmlns:a16="http://schemas.microsoft.com/office/drawing/2014/main" id="{FFE46C85-5373-FFA4-9E0F-029EB2C1104C}"/>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5818" name="Line 42">
            <a:extLst>
              <a:ext uri="{FF2B5EF4-FFF2-40B4-BE49-F238E27FC236}">
                <a16:creationId xmlns:a16="http://schemas.microsoft.com/office/drawing/2014/main" id="{1ED7A594-172D-35F9-0A88-69400B8CC138}"/>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19" name="Text Box 43">
            <a:extLst>
              <a:ext uri="{FF2B5EF4-FFF2-40B4-BE49-F238E27FC236}">
                <a16:creationId xmlns:a16="http://schemas.microsoft.com/office/drawing/2014/main" id="{2695594E-F175-29C4-4D4F-121106727393}"/>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5820" name="Line 44">
            <a:extLst>
              <a:ext uri="{FF2B5EF4-FFF2-40B4-BE49-F238E27FC236}">
                <a16:creationId xmlns:a16="http://schemas.microsoft.com/office/drawing/2014/main" id="{34C26924-95C9-773E-40CA-7914E462723C}"/>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1" name="Line 45">
            <a:extLst>
              <a:ext uri="{FF2B5EF4-FFF2-40B4-BE49-F238E27FC236}">
                <a16:creationId xmlns:a16="http://schemas.microsoft.com/office/drawing/2014/main" id="{D617C8C6-9F15-3E3E-5864-7585116C5B21}"/>
              </a:ext>
            </a:extLst>
          </p:cNvPr>
          <p:cNvSpPr>
            <a:spLocks noChangeShapeType="1"/>
          </p:cNvSpPr>
          <p:nvPr/>
        </p:nvSpPr>
        <p:spPr bwMode="auto">
          <a:xfrm flipV="1">
            <a:off x="2286000" y="2286000"/>
            <a:ext cx="533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2" name="Line 46">
            <a:extLst>
              <a:ext uri="{FF2B5EF4-FFF2-40B4-BE49-F238E27FC236}">
                <a16:creationId xmlns:a16="http://schemas.microsoft.com/office/drawing/2014/main" id="{6766D79A-ADA8-2458-8B4F-8FAFFE53A974}"/>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3" name="Line 47">
            <a:extLst>
              <a:ext uri="{FF2B5EF4-FFF2-40B4-BE49-F238E27FC236}">
                <a16:creationId xmlns:a16="http://schemas.microsoft.com/office/drawing/2014/main" id="{E6DFE500-E05C-A4EE-BA74-CED56BFFAB92}"/>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4" name="Line 48">
            <a:extLst>
              <a:ext uri="{FF2B5EF4-FFF2-40B4-BE49-F238E27FC236}">
                <a16:creationId xmlns:a16="http://schemas.microsoft.com/office/drawing/2014/main" id="{098431EA-D9A7-4C06-7AF2-B5CFEE30B334}"/>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5" name="Line 49">
            <a:extLst>
              <a:ext uri="{FF2B5EF4-FFF2-40B4-BE49-F238E27FC236}">
                <a16:creationId xmlns:a16="http://schemas.microsoft.com/office/drawing/2014/main" id="{4D1071CD-EF89-2DB3-570A-29FB34343E3D}"/>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6" name="Line 50">
            <a:extLst>
              <a:ext uri="{FF2B5EF4-FFF2-40B4-BE49-F238E27FC236}">
                <a16:creationId xmlns:a16="http://schemas.microsoft.com/office/drawing/2014/main" id="{512B632E-6B04-9BFF-1FFB-692E0739011C}"/>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7" name="Line 51">
            <a:extLst>
              <a:ext uri="{FF2B5EF4-FFF2-40B4-BE49-F238E27FC236}">
                <a16:creationId xmlns:a16="http://schemas.microsoft.com/office/drawing/2014/main" id="{2DD6CD64-1762-B362-0BC2-DB0E5FE01688}"/>
              </a:ext>
            </a:extLst>
          </p:cNvPr>
          <p:cNvSpPr>
            <a:spLocks noChangeShapeType="1"/>
          </p:cNvSpPr>
          <p:nvPr/>
        </p:nvSpPr>
        <p:spPr bwMode="auto">
          <a:xfrm>
            <a:off x="2178050" y="2014538"/>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8" name="Line 52">
            <a:extLst>
              <a:ext uri="{FF2B5EF4-FFF2-40B4-BE49-F238E27FC236}">
                <a16:creationId xmlns:a16="http://schemas.microsoft.com/office/drawing/2014/main" id="{72041C7A-9AA8-BDC2-FF87-AD9A7090B761}"/>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29" name="Oval 53">
            <a:extLst>
              <a:ext uri="{FF2B5EF4-FFF2-40B4-BE49-F238E27FC236}">
                <a16:creationId xmlns:a16="http://schemas.microsoft.com/office/drawing/2014/main" id="{581B9611-8D93-08A9-93EF-30A22EC8C0B9}"/>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5830" name="Oval 54">
            <a:extLst>
              <a:ext uri="{FF2B5EF4-FFF2-40B4-BE49-F238E27FC236}">
                <a16:creationId xmlns:a16="http://schemas.microsoft.com/office/drawing/2014/main" id="{DA763060-96F3-49A2-0466-A919DA56C413}"/>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5831" name="Oval 55">
            <a:extLst>
              <a:ext uri="{FF2B5EF4-FFF2-40B4-BE49-F238E27FC236}">
                <a16:creationId xmlns:a16="http://schemas.microsoft.com/office/drawing/2014/main" id="{80920159-75A8-31D1-45CC-AC381A5F7D8A}"/>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5832" name="Oval 56">
            <a:extLst>
              <a:ext uri="{FF2B5EF4-FFF2-40B4-BE49-F238E27FC236}">
                <a16:creationId xmlns:a16="http://schemas.microsoft.com/office/drawing/2014/main" id="{E6A1FD34-0CE2-E45B-B312-84AEDC8A3D2D}"/>
              </a:ext>
            </a:extLst>
          </p:cNvPr>
          <p:cNvSpPr>
            <a:spLocks noChangeArrowheads="1"/>
          </p:cNvSpPr>
          <p:nvPr/>
        </p:nvSpPr>
        <p:spPr bwMode="auto">
          <a:xfrm>
            <a:off x="1905000" y="28194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5833" name="Oval 57">
            <a:extLst>
              <a:ext uri="{FF2B5EF4-FFF2-40B4-BE49-F238E27FC236}">
                <a16:creationId xmlns:a16="http://schemas.microsoft.com/office/drawing/2014/main" id="{7913116B-619C-BA9D-51DC-57C514BB8210}"/>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5834" name="Oval 58">
            <a:extLst>
              <a:ext uri="{FF2B5EF4-FFF2-40B4-BE49-F238E27FC236}">
                <a16:creationId xmlns:a16="http://schemas.microsoft.com/office/drawing/2014/main" id="{D8E3BA00-A91D-B01E-8638-C9E805944EFD}"/>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5835" name="Oval 59">
            <a:extLst>
              <a:ext uri="{FF2B5EF4-FFF2-40B4-BE49-F238E27FC236}">
                <a16:creationId xmlns:a16="http://schemas.microsoft.com/office/drawing/2014/main" id="{A4E743F6-9991-5A80-DA1E-BB2515FF1A85}"/>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5836" name="Oval 60">
            <a:extLst>
              <a:ext uri="{FF2B5EF4-FFF2-40B4-BE49-F238E27FC236}">
                <a16:creationId xmlns:a16="http://schemas.microsoft.com/office/drawing/2014/main" id="{775D4011-509B-3B63-5F24-C35C0D4D9C25}"/>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5837" name="Oval 61">
            <a:extLst>
              <a:ext uri="{FF2B5EF4-FFF2-40B4-BE49-F238E27FC236}">
                <a16:creationId xmlns:a16="http://schemas.microsoft.com/office/drawing/2014/main" id="{5C195671-E486-C6C8-708E-6130BC6EA6BC}"/>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5838" name="Line 62">
            <a:extLst>
              <a:ext uri="{FF2B5EF4-FFF2-40B4-BE49-F238E27FC236}">
                <a16:creationId xmlns:a16="http://schemas.microsoft.com/office/drawing/2014/main" id="{B2E385C3-2907-6265-303A-158BDA956034}"/>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39" name="Line 63">
            <a:extLst>
              <a:ext uri="{FF2B5EF4-FFF2-40B4-BE49-F238E27FC236}">
                <a16:creationId xmlns:a16="http://schemas.microsoft.com/office/drawing/2014/main" id="{C7138BF0-15FF-59EE-D4D2-9A5C77D49AF8}"/>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40" name="Line 64">
            <a:extLst>
              <a:ext uri="{FF2B5EF4-FFF2-40B4-BE49-F238E27FC236}">
                <a16:creationId xmlns:a16="http://schemas.microsoft.com/office/drawing/2014/main" id="{3E7A0D0A-15D2-ED7E-08D1-8B870DE47F82}"/>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41" name="Text Box 65">
            <a:extLst>
              <a:ext uri="{FF2B5EF4-FFF2-40B4-BE49-F238E27FC236}">
                <a16:creationId xmlns:a16="http://schemas.microsoft.com/office/drawing/2014/main" id="{86BCC24D-C940-C072-3F99-278382139FCC}"/>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5842" name="Text Box 66">
            <a:extLst>
              <a:ext uri="{FF2B5EF4-FFF2-40B4-BE49-F238E27FC236}">
                <a16:creationId xmlns:a16="http://schemas.microsoft.com/office/drawing/2014/main" id="{5C855395-9E25-F879-85B3-CAFFA57F9C74}"/>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5843" name="Text Box 67">
            <a:extLst>
              <a:ext uri="{FF2B5EF4-FFF2-40B4-BE49-F238E27FC236}">
                <a16:creationId xmlns:a16="http://schemas.microsoft.com/office/drawing/2014/main" id="{56F3610E-C51C-6EBF-FB21-439354035540}"/>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5844" name="Text Box 68">
            <a:extLst>
              <a:ext uri="{FF2B5EF4-FFF2-40B4-BE49-F238E27FC236}">
                <a16:creationId xmlns:a16="http://schemas.microsoft.com/office/drawing/2014/main" id="{21B06BEF-A818-614C-3758-6B0438402733}"/>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5845" name="Text Box 69">
            <a:extLst>
              <a:ext uri="{FF2B5EF4-FFF2-40B4-BE49-F238E27FC236}">
                <a16:creationId xmlns:a16="http://schemas.microsoft.com/office/drawing/2014/main" id="{DAE22758-9D91-F4F9-2D03-8ADBDE336C4A}"/>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5846" name="Text Box 70">
            <a:extLst>
              <a:ext uri="{FF2B5EF4-FFF2-40B4-BE49-F238E27FC236}">
                <a16:creationId xmlns:a16="http://schemas.microsoft.com/office/drawing/2014/main" id="{FB185D78-B781-21FC-0E2A-4EE2BF346992}"/>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5847" name="Text Box 71">
            <a:extLst>
              <a:ext uri="{FF2B5EF4-FFF2-40B4-BE49-F238E27FC236}">
                <a16:creationId xmlns:a16="http://schemas.microsoft.com/office/drawing/2014/main" id="{1D81BC1D-B86C-906C-D340-8A523A4A3ACE}"/>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5848" name="Text Box 72">
            <a:extLst>
              <a:ext uri="{FF2B5EF4-FFF2-40B4-BE49-F238E27FC236}">
                <a16:creationId xmlns:a16="http://schemas.microsoft.com/office/drawing/2014/main" id="{F4E862CF-C040-9BCB-0EBB-92FAB072DFA2}"/>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5849" name="Text Box 73">
            <a:extLst>
              <a:ext uri="{FF2B5EF4-FFF2-40B4-BE49-F238E27FC236}">
                <a16:creationId xmlns:a16="http://schemas.microsoft.com/office/drawing/2014/main" id="{A29F10CE-F59B-7B64-197B-CC0E3F7A6DB8}"/>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5850" name="Text Box 74">
            <a:extLst>
              <a:ext uri="{FF2B5EF4-FFF2-40B4-BE49-F238E27FC236}">
                <a16:creationId xmlns:a16="http://schemas.microsoft.com/office/drawing/2014/main" id="{38D9EB4A-E714-5F6B-E6E0-EC533F9F9971}"/>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5851" name="Text Box 75">
            <a:extLst>
              <a:ext uri="{FF2B5EF4-FFF2-40B4-BE49-F238E27FC236}">
                <a16:creationId xmlns:a16="http://schemas.microsoft.com/office/drawing/2014/main" id="{A4829F47-1ABE-C9DD-FEB8-D3F6B2B24245}"/>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5852" name="Line 76">
            <a:extLst>
              <a:ext uri="{FF2B5EF4-FFF2-40B4-BE49-F238E27FC236}">
                <a16:creationId xmlns:a16="http://schemas.microsoft.com/office/drawing/2014/main" id="{CE790B43-8FD7-B8D5-13DE-0D56B929605F}"/>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5853" name="Text Box 77">
            <a:extLst>
              <a:ext uri="{FF2B5EF4-FFF2-40B4-BE49-F238E27FC236}">
                <a16:creationId xmlns:a16="http://schemas.microsoft.com/office/drawing/2014/main" id="{3C2BB426-ED01-A545-0F0A-419A743311B8}"/>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59854" name="Group 78">
            <a:extLst>
              <a:ext uri="{FF2B5EF4-FFF2-40B4-BE49-F238E27FC236}">
                <a16:creationId xmlns:a16="http://schemas.microsoft.com/office/drawing/2014/main" id="{AF73A6C3-3E01-DB6A-B972-1482D82DEBAF}"/>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a:extLst>
              <a:ext uri="{FF2B5EF4-FFF2-40B4-BE49-F238E27FC236}">
                <a16:creationId xmlns:a16="http://schemas.microsoft.com/office/drawing/2014/main" id="{9E26010E-BF38-ADE4-06A0-1D72EBDAA4F7}"/>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60917" name="Group 117">
            <a:extLst>
              <a:ext uri="{FF2B5EF4-FFF2-40B4-BE49-F238E27FC236}">
                <a16:creationId xmlns:a16="http://schemas.microsoft.com/office/drawing/2014/main" id="{4E432885-D6F1-A9C4-D6E0-9C47BDDF177F}"/>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6841" name="Text Box 41">
            <a:extLst>
              <a:ext uri="{FF2B5EF4-FFF2-40B4-BE49-F238E27FC236}">
                <a16:creationId xmlns:a16="http://schemas.microsoft.com/office/drawing/2014/main" id="{D1D1BEDB-DFC4-A39D-D256-3A3D660CF889}"/>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6842" name="Line 42">
            <a:extLst>
              <a:ext uri="{FF2B5EF4-FFF2-40B4-BE49-F238E27FC236}">
                <a16:creationId xmlns:a16="http://schemas.microsoft.com/office/drawing/2014/main" id="{25ABB0BC-FBB0-EE81-FA12-089C75BC44D2}"/>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43" name="Text Box 43">
            <a:extLst>
              <a:ext uri="{FF2B5EF4-FFF2-40B4-BE49-F238E27FC236}">
                <a16:creationId xmlns:a16="http://schemas.microsoft.com/office/drawing/2014/main" id="{8381FEB6-3030-E2ED-0E91-E3BF37BBE4AB}"/>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6844" name="Line 44">
            <a:extLst>
              <a:ext uri="{FF2B5EF4-FFF2-40B4-BE49-F238E27FC236}">
                <a16:creationId xmlns:a16="http://schemas.microsoft.com/office/drawing/2014/main" id="{3F1EDCED-6279-58A2-6C8E-B7CCE42A193A}"/>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45" name="Line 45">
            <a:extLst>
              <a:ext uri="{FF2B5EF4-FFF2-40B4-BE49-F238E27FC236}">
                <a16:creationId xmlns:a16="http://schemas.microsoft.com/office/drawing/2014/main" id="{799D5939-3CAA-6227-45F7-54EE56596323}"/>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46" name="Line 46">
            <a:extLst>
              <a:ext uri="{FF2B5EF4-FFF2-40B4-BE49-F238E27FC236}">
                <a16:creationId xmlns:a16="http://schemas.microsoft.com/office/drawing/2014/main" id="{C43C2081-18A0-FB24-3937-6E655E42B630}"/>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47" name="Line 47">
            <a:extLst>
              <a:ext uri="{FF2B5EF4-FFF2-40B4-BE49-F238E27FC236}">
                <a16:creationId xmlns:a16="http://schemas.microsoft.com/office/drawing/2014/main" id="{F72A14E6-9BAD-E18C-307A-CDDDA3B9461F}"/>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48" name="Line 48">
            <a:extLst>
              <a:ext uri="{FF2B5EF4-FFF2-40B4-BE49-F238E27FC236}">
                <a16:creationId xmlns:a16="http://schemas.microsoft.com/office/drawing/2014/main" id="{31AE3780-61C7-D7D7-2354-914053672149}"/>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49" name="Line 49">
            <a:extLst>
              <a:ext uri="{FF2B5EF4-FFF2-40B4-BE49-F238E27FC236}">
                <a16:creationId xmlns:a16="http://schemas.microsoft.com/office/drawing/2014/main" id="{3E0798C9-174F-9AD0-002A-AA82B450F13C}"/>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50" name="Line 50">
            <a:extLst>
              <a:ext uri="{FF2B5EF4-FFF2-40B4-BE49-F238E27FC236}">
                <a16:creationId xmlns:a16="http://schemas.microsoft.com/office/drawing/2014/main" id="{E52927E9-6039-DE5E-8A6F-ED08B5D1CAE0}"/>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51" name="Line 51">
            <a:extLst>
              <a:ext uri="{FF2B5EF4-FFF2-40B4-BE49-F238E27FC236}">
                <a16:creationId xmlns:a16="http://schemas.microsoft.com/office/drawing/2014/main" id="{2AEA2D22-3EBA-1778-0897-0D303619D71F}"/>
              </a:ext>
            </a:extLst>
          </p:cNvPr>
          <p:cNvSpPr>
            <a:spLocks noChangeShapeType="1"/>
          </p:cNvSpPr>
          <p:nvPr/>
        </p:nvSpPr>
        <p:spPr bwMode="auto">
          <a:xfrm>
            <a:off x="2178050" y="2014538"/>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52" name="Line 52">
            <a:extLst>
              <a:ext uri="{FF2B5EF4-FFF2-40B4-BE49-F238E27FC236}">
                <a16:creationId xmlns:a16="http://schemas.microsoft.com/office/drawing/2014/main" id="{8DF68545-640A-A9A4-558E-043E891A2EF0}"/>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53" name="Oval 53">
            <a:extLst>
              <a:ext uri="{FF2B5EF4-FFF2-40B4-BE49-F238E27FC236}">
                <a16:creationId xmlns:a16="http://schemas.microsoft.com/office/drawing/2014/main" id="{71F67780-D6B3-66CE-D226-940963A42945}"/>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6854" name="Oval 54">
            <a:extLst>
              <a:ext uri="{FF2B5EF4-FFF2-40B4-BE49-F238E27FC236}">
                <a16:creationId xmlns:a16="http://schemas.microsoft.com/office/drawing/2014/main" id="{7A0CCA49-1D95-2EB4-E2B8-BCE2174BB68C}"/>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6855" name="Oval 55">
            <a:extLst>
              <a:ext uri="{FF2B5EF4-FFF2-40B4-BE49-F238E27FC236}">
                <a16:creationId xmlns:a16="http://schemas.microsoft.com/office/drawing/2014/main" id="{A9FA5703-0EC2-5522-D473-BCFED0BA75C0}"/>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6856" name="Oval 56">
            <a:extLst>
              <a:ext uri="{FF2B5EF4-FFF2-40B4-BE49-F238E27FC236}">
                <a16:creationId xmlns:a16="http://schemas.microsoft.com/office/drawing/2014/main" id="{F4DBEA4E-D70F-D98C-DB04-1B1400A77C79}"/>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6857" name="Oval 57">
            <a:extLst>
              <a:ext uri="{FF2B5EF4-FFF2-40B4-BE49-F238E27FC236}">
                <a16:creationId xmlns:a16="http://schemas.microsoft.com/office/drawing/2014/main" id="{1CA14021-9F5C-0937-A974-E1C0461474DD}"/>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6858" name="Oval 58">
            <a:extLst>
              <a:ext uri="{FF2B5EF4-FFF2-40B4-BE49-F238E27FC236}">
                <a16:creationId xmlns:a16="http://schemas.microsoft.com/office/drawing/2014/main" id="{B0135351-45F7-7E09-77C2-98BD7724E5D4}"/>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6859" name="Oval 59">
            <a:extLst>
              <a:ext uri="{FF2B5EF4-FFF2-40B4-BE49-F238E27FC236}">
                <a16:creationId xmlns:a16="http://schemas.microsoft.com/office/drawing/2014/main" id="{93045BC9-E3CA-F564-CC07-74886C400B6C}"/>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6860" name="Oval 60">
            <a:extLst>
              <a:ext uri="{FF2B5EF4-FFF2-40B4-BE49-F238E27FC236}">
                <a16:creationId xmlns:a16="http://schemas.microsoft.com/office/drawing/2014/main" id="{91B1F09C-9B9F-542D-8AF9-F755AC8AC6E8}"/>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6861" name="Oval 61">
            <a:extLst>
              <a:ext uri="{FF2B5EF4-FFF2-40B4-BE49-F238E27FC236}">
                <a16:creationId xmlns:a16="http://schemas.microsoft.com/office/drawing/2014/main" id="{CDE06EE7-012F-4C76-B557-9AF04AC63D6B}"/>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6862" name="Line 62">
            <a:extLst>
              <a:ext uri="{FF2B5EF4-FFF2-40B4-BE49-F238E27FC236}">
                <a16:creationId xmlns:a16="http://schemas.microsoft.com/office/drawing/2014/main" id="{11E74508-DF95-BDE4-B3D6-F4CA4B64D4DE}"/>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63" name="Line 63">
            <a:extLst>
              <a:ext uri="{FF2B5EF4-FFF2-40B4-BE49-F238E27FC236}">
                <a16:creationId xmlns:a16="http://schemas.microsoft.com/office/drawing/2014/main" id="{A4A2A2B7-4D11-6E8A-CF32-D7CBE0CBB536}"/>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64" name="Line 64">
            <a:extLst>
              <a:ext uri="{FF2B5EF4-FFF2-40B4-BE49-F238E27FC236}">
                <a16:creationId xmlns:a16="http://schemas.microsoft.com/office/drawing/2014/main" id="{5871B766-B883-00B7-7BF0-25562B9EF1A4}"/>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65" name="Text Box 65">
            <a:extLst>
              <a:ext uri="{FF2B5EF4-FFF2-40B4-BE49-F238E27FC236}">
                <a16:creationId xmlns:a16="http://schemas.microsoft.com/office/drawing/2014/main" id="{77583D15-7824-465F-8923-43B1CF8C3F8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6866" name="Text Box 66">
            <a:extLst>
              <a:ext uri="{FF2B5EF4-FFF2-40B4-BE49-F238E27FC236}">
                <a16:creationId xmlns:a16="http://schemas.microsoft.com/office/drawing/2014/main" id="{DE8234A4-0804-35CE-2B6C-38D085766C8D}"/>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6867" name="Text Box 67">
            <a:extLst>
              <a:ext uri="{FF2B5EF4-FFF2-40B4-BE49-F238E27FC236}">
                <a16:creationId xmlns:a16="http://schemas.microsoft.com/office/drawing/2014/main" id="{32B764EA-D495-2CA2-AD2D-9B9442DC591D}"/>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6868" name="Text Box 68">
            <a:extLst>
              <a:ext uri="{FF2B5EF4-FFF2-40B4-BE49-F238E27FC236}">
                <a16:creationId xmlns:a16="http://schemas.microsoft.com/office/drawing/2014/main" id="{7C94A29A-5810-B209-F9D7-8FF4217F0950}"/>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6869" name="Text Box 69">
            <a:extLst>
              <a:ext uri="{FF2B5EF4-FFF2-40B4-BE49-F238E27FC236}">
                <a16:creationId xmlns:a16="http://schemas.microsoft.com/office/drawing/2014/main" id="{E6EB9BA3-508D-5DC2-EC5B-9D8E516D9AC1}"/>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6870" name="Text Box 70">
            <a:extLst>
              <a:ext uri="{FF2B5EF4-FFF2-40B4-BE49-F238E27FC236}">
                <a16:creationId xmlns:a16="http://schemas.microsoft.com/office/drawing/2014/main" id="{4DE48144-25E0-F651-6E96-08EE7F96394C}"/>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6871" name="Text Box 71">
            <a:extLst>
              <a:ext uri="{FF2B5EF4-FFF2-40B4-BE49-F238E27FC236}">
                <a16:creationId xmlns:a16="http://schemas.microsoft.com/office/drawing/2014/main" id="{E3C66196-04C0-A156-6581-A6776E971108}"/>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6872" name="Text Box 72">
            <a:extLst>
              <a:ext uri="{FF2B5EF4-FFF2-40B4-BE49-F238E27FC236}">
                <a16:creationId xmlns:a16="http://schemas.microsoft.com/office/drawing/2014/main" id="{E2639E40-BB74-1252-042A-30EC0B510449}"/>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6873" name="Text Box 73">
            <a:extLst>
              <a:ext uri="{FF2B5EF4-FFF2-40B4-BE49-F238E27FC236}">
                <a16:creationId xmlns:a16="http://schemas.microsoft.com/office/drawing/2014/main" id="{9187C21D-6981-EE03-1536-2CFA1780F542}"/>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6874" name="Text Box 74">
            <a:extLst>
              <a:ext uri="{FF2B5EF4-FFF2-40B4-BE49-F238E27FC236}">
                <a16:creationId xmlns:a16="http://schemas.microsoft.com/office/drawing/2014/main" id="{91FE442D-42E8-C0C7-9228-38871AE0F813}"/>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6875" name="Text Box 75">
            <a:extLst>
              <a:ext uri="{FF2B5EF4-FFF2-40B4-BE49-F238E27FC236}">
                <a16:creationId xmlns:a16="http://schemas.microsoft.com/office/drawing/2014/main" id="{D7353225-4D17-2D46-9DEC-02FD77B4C6F1}"/>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6876" name="Line 76">
            <a:extLst>
              <a:ext uri="{FF2B5EF4-FFF2-40B4-BE49-F238E27FC236}">
                <a16:creationId xmlns:a16="http://schemas.microsoft.com/office/drawing/2014/main" id="{E7A94FFF-FB2C-626E-6DA4-14FD77581115}"/>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877" name="Text Box 77">
            <a:extLst>
              <a:ext uri="{FF2B5EF4-FFF2-40B4-BE49-F238E27FC236}">
                <a16:creationId xmlns:a16="http://schemas.microsoft.com/office/drawing/2014/main" id="{616B6479-D03A-BACD-67AF-974E2DE71564}"/>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60878" name="Group 78">
            <a:extLst>
              <a:ext uri="{FF2B5EF4-FFF2-40B4-BE49-F238E27FC236}">
                <a16:creationId xmlns:a16="http://schemas.microsoft.com/office/drawing/2014/main" id="{5950F69B-8EA1-9DD1-F8DC-E7E623F6710A}"/>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65C5E176-D6BA-127E-1B29-7F2827DDF9B5}"/>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61827" name="Group 3">
            <a:extLst>
              <a:ext uri="{FF2B5EF4-FFF2-40B4-BE49-F238E27FC236}">
                <a16:creationId xmlns:a16="http://schemas.microsoft.com/office/drawing/2014/main" id="{67A1D1FF-8C85-32BC-CAF7-27B516C8C239}"/>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7865" name="Text Box 41">
            <a:extLst>
              <a:ext uri="{FF2B5EF4-FFF2-40B4-BE49-F238E27FC236}">
                <a16:creationId xmlns:a16="http://schemas.microsoft.com/office/drawing/2014/main" id="{716285FE-4CA9-4CC2-752C-358CE06F0208}"/>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7866" name="Line 42">
            <a:extLst>
              <a:ext uri="{FF2B5EF4-FFF2-40B4-BE49-F238E27FC236}">
                <a16:creationId xmlns:a16="http://schemas.microsoft.com/office/drawing/2014/main" id="{BEE3D219-CEBC-F678-12DB-0122B96370BF}"/>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67" name="Text Box 43">
            <a:extLst>
              <a:ext uri="{FF2B5EF4-FFF2-40B4-BE49-F238E27FC236}">
                <a16:creationId xmlns:a16="http://schemas.microsoft.com/office/drawing/2014/main" id="{EABD3BBE-BAA2-AA8A-86DD-DC56AE2163C4}"/>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7868" name="Line 44">
            <a:extLst>
              <a:ext uri="{FF2B5EF4-FFF2-40B4-BE49-F238E27FC236}">
                <a16:creationId xmlns:a16="http://schemas.microsoft.com/office/drawing/2014/main" id="{F62FB8D9-D6D6-5EA4-E0BB-5A2DA066325D}"/>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69" name="Line 45">
            <a:extLst>
              <a:ext uri="{FF2B5EF4-FFF2-40B4-BE49-F238E27FC236}">
                <a16:creationId xmlns:a16="http://schemas.microsoft.com/office/drawing/2014/main" id="{7F58A9BD-41EF-B628-01EF-6DC537756369}"/>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0" name="Line 46">
            <a:extLst>
              <a:ext uri="{FF2B5EF4-FFF2-40B4-BE49-F238E27FC236}">
                <a16:creationId xmlns:a16="http://schemas.microsoft.com/office/drawing/2014/main" id="{AC08F9D0-25D2-30E9-F6F4-8D197F885BD9}"/>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1" name="Line 47">
            <a:extLst>
              <a:ext uri="{FF2B5EF4-FFF2-40B4-BE49-F238E27FC236}">
                <a16:creationId xmlns:a16="http://schemas.microsoft.com/office/drawing/2014/main" id="{6C953DF1-FA63-27D5-FF17-586DA0AFD3DD}"/>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2" name="Line 48">
            <a:extLst>
              <a:ext uri="{FF2B5EF4-FFF2-40B4-BE49-F238E27FC236}">
                <a16:creationId xmlns:a16="http://schemas.microsoft.com/office/drawing/2014/main" id="{C5DBE896-69F7-42B9-D8B8-D08938D2CAAD}"/>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3" name="Line 49">
            <a:extLst>
              <a:ext uri="{FF2B5EF4-FFF2-40B4-BE49-F238E27FC236}">
                <a16:creationId xmlns:a16="http://schemas.microsoft.com/office/drawing/2014/main" id="{D89E8B3B-21F3-4BA4-42CF-6122641B8C43}"/>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4" name="Line 50">
            <a:extLst>
              <a:ext uri="{FF2B5EF4-FFF2-40B4-BE49-F238E27FC236}">
                <a16:creationId xmlns:a16="http://schemas.microsoft.com/office/drawing/2014/main" id="{05520FA0-6FBF-E16E-0C00-C905DF39A494}"/>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5" name="Line 51">
            <a:extLst>
              <a:ext uri="{FF2B5EF4-FFF2-40B4-BE49-F238E27FC236}">
                <a16:creationId xmlns:a16="http://schemas.microsoft.com/office/drawing/2014/main" id="{151AF942-D5BB-2BC2-8D34-489060DD74AC}"/>
              </a:ext>
            </a:extLst>
          </p:cNvPr>
          <p:cNvSpPr>
            <a:spLocks noChangeShapeType="1"/>
          </p:cNvSpPr>
          <p:nvPr/>
        </p:nvSpPr>
        <p:spPr bwMode="auto">
          <a:xfrm>
            <a:off x="2178050" y="2014538"/>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6" name="Line 52">
            <a:extLst>
              <a:ext uri="{FF2B5EF4-FFF2-40B4-BE49-F238E27FC236}">
                <a16:creationId xmlns:a16="http://schemas.microsoft.com/office/drawing/2014/main" id="{2E1BE876-D24D-7D61-932A-831B4353D42F}"/>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77" name="Oval 53">
            <a:extLst>
              <a:ext uri="{FF2B5EF4-FFF2-40B4-BE49-F238E27FC236}">
                <a16:creationId xmlns:a16="http://schemas.microsoft.com/office/drawing/2014/main" id="{4F68DA89-BF31-0518-9436-CF97C01B7309}"/>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7878" name="Oval 54">
            <a:extLst>
              <a:ext uri="{FF2B5EF4-FFF2-40B4-BE49-F238E27FC236}">
                <a16:creationId xmlns:a16="http://schemas.microsoft.com/office/drawing/2014/main" id="{16E50A5C-2A4C-05FC-E6EB-8DE6B3E8FAC7}"/>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7879" name="Oval 55">
            <a:extLst>
              <a:ext uri="{FF2B5EF4-FFF2-40B4-BE49-F238E27FC236}">
                <a16:creationId xmlns:a16="http://schemas.microsoft.com/office/drawing/2014/main" id="{51B2AD9C-BF85-7EBE-F801-BCBD301275B1}"/>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7880" name="Oval 56">
            <a:extLst>
              <a:ext uri="{FF2B5EF4-FFF2-40B4-BE49-F238E27FC236}">
                <a16:creationId xmlns:a16="http://schemas.microsoft.com/office/drawing/2014/main" id="{754737BC-C948-07BA-42DF-43EC3AEE21DF}"/>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7881" name="Oval 57">
            <a:extLst>
              <a:ext uri="{FF2B5EF4-FFF2-40B4-BE49-F238E27FC236}">
                <a16:creationId xmlns:a16="http://schemas.microsoft.com/office/drawing/2014/main" id="{762FD9B4-F451-460D-5C8F-F925D5087F6C}"/>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7882" name="Oval 58">
            <a:extLst>
              <a:ext uri="{FF2B5EF4-FFF2-40B4-BE49-F238E27FC236}">
                <a16:creationId xmlns:a16="http://schemas.microsoft.com/office/drawing/2014/main" id="{A9F46663-41BC-ED6E-0ED4-F843FFEAB5B5}"/>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7883" name="Oval 59">
            <a:extLst>
              <a:ext uri="{FF2B5EF4-FFF2-40B4-BE49-F238E27FC236}">
                <a16:creationId xmlns:a16="http://schemas.microsoft.com/office/drawing/2014/main" id="{B3D680C1-A4F9-9DAB-0AA5-A86321C848CC}"/>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7884" name="Oval 60">
            <a:extLst>
              <a:ext uri="{FF2B5EF4-FFF2-40B4-BE49-F238E27FC236}">
                <a16:creationId xmlns:a16="http://schemas.microsoft.com/office/drawing/2014/main" id="{D1A7C8D7-1717-56F0-E99D-81040EB84285}"/>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7885" name="Oval 61">
            <a:extLst>
              <a:ext uri="{FF2B5EF4-FFF2-40B4-BE49-F238E27FC236}">
                <a16:creationId xmlns:a16="http://schemas.microsoft.com/office/drawing/2014/main" id="{59241C28-3ADB-CF8B-31DC-4F3D65843E39}"/>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7886" name="Line 62">
            <a:extLst>
              <a:ext uri="{FF2B5EF4-FFF2-40B4-BE49-F238E27FC236}">
                <a16:creationId xmlns:a16="http://schemas.microsoft.com/office/drawing/2014/main" id="{1412B5F0-F7EA-9008-7E62-E4B65F1EF68A}"/>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87" name="Line 63">
            <a:extLst>
              <a:ext uri="{FF2B5EF4-FFF2-40B4-BE49-F238E27FC236}">
                <a16:creationId xmlns:a16="http://schemas.microsoft.com/office/drawing/2014/main" id="{B1732B3E-2620-D6FC-8C53-3B4DB9485791}"/>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88" name="Line 64">
            <a:extLst>
              <a:ext uri="{FF2B5EF4-FFF2-40B4-BE49-F238E27FC236}">
                <a16:creationId xmlns:a16="http://schemas.microsoft.com/office/drawing/2014/main" id="{5535677E-B089-0A79-553E-5AEBC9FAEB2C}"/>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889" name="Text Box 65">
            <a:extLst>
              <a:ext uri="{FF2B5EF4-FFF2-40B4-BE49-F238E27FC236}">
                <a16:creationId xmlns:a16="http://schemas.microsoft.com/office/drawing/2014/main" id="{2E8B534D-47F2-6CD4-300A-EAF8B2DB2D69}"/>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7890" name="Text Box 66">
            <a:extLst>
              <a:ext uri="{FF2B5EF4-FFF2-40B4-BE49-F238E27FC236}">
                <a16:creationId xmlns:a16="http://schemas.microsoft.com/office/drawing/2014/main" id="{EAF93763-F11A-04CB-3104-29F76E7BC5ED}"/>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7891" name="Text Box 67">
            <a:extLst>
              <a:ext uri="{FF2B5EF4-FFF2-40B4-BE49-F238E27FC236}">
                <a16:creationId xmlns:a16="http://schemas.microsoft.com/office/drawing/2014/main" id="{2C224D1B-6F2C-9354-480E-C4735CA56919}"/>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7892" name="Text Box 68">
            <a:extLst>
              <a:ext uri="{FF2B5EF4-FFF2-40B4-BE49-F238E27FC236}">
                <a16:creationId xmlns:a16="http://schemas.microsoft.com/office/drawing/2014/main" id="{09592A22-25B4-B989-01A2-1BACD5ECB38A}"/>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7893" name="Text Box 69">
            <a:extLst>
              <a:ext uri="{FF2B5EF4-FFF2-40B4-BE49-F238E27FC236}">
                <a16:creationId xmlns:a16="http://schemas.microsoft.com/office/drawing/2014/main" id="{634DB855-C241-8ECF-AE39-1479DF59C872}"/>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7894" name="Text Box 70">
            <a:extLst>
              <a:ext uri="{FF2B5EF4-FFF2-40B4-BE49-F238E27FC236}">
                <a16:creationId xmlns:a16="http://schemas.microsoft.com/office/drawing/2014/main" id="{03594D17-47CC-0726-4373-C73DA06DCCC2}"/>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7895" name="Text Box 71">
            <a:extLst>
              <a:ext uri="{FF2B5EF4-FFF2-40B4-BE49-F238E27FC236}">
                <a16:creationId xmlns:a16="http://schemas.microsoft.com/office/drawing/2014/main" id="{10DF8590-9DD3-62E5-5F5B-23308C720426}"/>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7896" name="Text Box 72">
            <a:extLst>
              <a:ext uri="{FF2B5EF4-FFF2-40B4-BE49-F238E27FC236}">
                <a16:creationId xmlns:a16="http://schemas.microsoft.com/office/drawing/2014/main" id="{8C5E7155-C772-B897-F4C0-BD0A686BEDD1}"/>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7897" name="Text Box 73">
            <a:extLst>
              <a:ext uri="{FF2B5EF4-FFF2-40B4-BE49-F238E27FC236}">
                <a16:creationId xmlns:a16="http://schemas.microsoft.com/office/drawing/2014/main" id="{61F59C8A-7355-A5E1-F141-4D1F4644581B}"/>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7898" name="Text Box 74">
            <a:extLst>
              <a:ext uri="{FF2B5EF4-FFF2-40B4-BE49-F238E27FC236}">
                <a16:creationId xmlns:a16="http://schemas.microsoft.com/office/drawing/2014/main" id="{F3867A3E-E455-9B34-A4D4-2F6B8C8721CE}"/>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7899" name="Text Box 75">
            <a:extLst>
              <a:ext uri="{FF2B5EF4-FFF2-40B4-BE49-F238E27FC236}">
                <a16:creationId xmlns:a16="http://schemas.microsoft.com/office/drawing/2014/main" id="{82419B05-1603-8D65-7E87-9506F37D187B}"/>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7900" name="Line 76">
            <a:extLst>
              <a:ext uri="{FF2B5EF4-FFF2-40B4-BE49-F238E27FC236}">
                <a16:creationId xmlns:a16="http://schemas.microsoft.com/office/drawing/2014/main" id="{E4A88B0B-2D16-A8BB-E4E3-E9F58B61DBCD}"/>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7901" name="Text Box 77">
            <a:extLst>
              <a:ext uri="{FF2B5EF4-FFF2-40B4-BE49-F238E27FC236}">
                <a16:creationId xmlns:a16="http://schemas.microsoft.com/office/drawing/2014/main" id="{E23EFC32-D3C7-5998-5CC7-BD40802BBF98}"/>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61902" name="Group 78">
            <a:extLst>
              <a:ext uri="{FF2B5EF4-FFF2-40B4-BE49-F238E27FC236}">
                <a16:creationId xmlns:a16="http://schemas.microsoft.com/office/drawing/2014/main" id="{952C76E0-2803-3D25-0E8C-A2D416C5F19B}"/>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A153022B-2659-935C-B221-E4F22957ADF0}"/>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62851" name="Group 3">
            <a:extLst>
              <a:ext uri="{FF2B5EF4-FFF2-40B4-BE49-F238E27FC236}">
                <a16:creationId xmlns:a16="http://schemas.microsoft.com/office/drawing/2014/main" id="{715283AC-B646-0239-78E0-01649C662495}"/>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8889" name="Text Box 41">
            <a:extLst>
              <a:ext uri="{FF2B5EF4-FFF2-40B4-BE49-F238E27FC236}">
                <a16:creationId xmlns:a16="http://schemas.microsoft.com/office/drawing/2014/main" id="{C7F495D3-1C60-4BAE-7FE7-1C451FAB973A}"/>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8890" name="Line 42">
            <a:extLst>
              <a:ext uri="{FF2B5EF4-FFF2-40B4-BE49-F238E27FC236}">
                <a16:creationId xmlns:a16="http://schemas.microsoft.com/office/drawing/2014/main" id="{097F1200-2BEE-A717-5D56-F6A8A0CAD012}"/>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1" name="Text Box 43">
            <a:extLst>
              <a:ext uri="{FF2B5EF4-FFF2-40B4-BE49-F238E27FC236}">
                <a16:creationId xmlns:a16="http://schemas.microsoft.com/office/drawing/2014/main" id="{71CAC73D-0B68-EAA2-2924-9A09D939A342}"/>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8892" name="Line 44">
            <a:extLst>
              <a:ext uri="{FF2B5EF4-FFF2-40B4-BE49-F238E27FC236}">
                <a16:creationId xmlns:a16="http://schemas.microsoft.com/office/drawing/2014/main" id="{28C6491F-3273-CB7B-B8D8-44BA1DE5D324}"/>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3" name="Line 45">
            <a:extLst>
              <a:ext uri="{FF2B5EF4-FFF2-40B4-BE49-F238E27FC236}">
                <a16:creationId xmlns:a16="http://schemas.microsoft.com/office/drawing/2014/main" id="{FFB95C32-F96C-F802-868E-F136013BFE68}"/>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4" name="Line 46">
            <a:extLst>
              <a:ext uri="{FF2B5EF4-FFF2-40B4-BE49-F238E27FC236}">
                <a16:creationId xmlns:a16="http://schemas.microsoft.com/office/drawing/2014/main" id="{172276E4-20BD-2053-8A7C-98C73B3C4AA9}"/>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5" name="Line 47">
            <a:extLst>
              <a:ext uri="{FF2B5EF4-FFF2-40B4-BE49-F238E27FC236}">
                <a16:creationId xmlns:a16="http://schemas.microsoft.com/office/drawing/2014/main" id="{DD31CD0A-96F2-E0FF-1B57-8CCD5EBE3089}"/>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6" name="Line 48">
            <a:extLst>
              <a:ext uri="{FF2B5EF4-FFF2-40B4-BE49-F238E27FC236}">
                <a16:creationId xmlns:a16="http://schemas.microsoft.com/office/drawing/2014/main" id="{1FF9637F-4673-FCAA-F2A4-262899A2A5CE}"/>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7" name="Line 49">
            <a:extLst>
              <a:ext uri="{FF2B5EF4-FFF2-40B4-BE49-F238E27FC236}">
                <a16:creationId xmlns:a16="http://schemas.microsoft.com/office/drawing/2014/main" id="{FFD11D0A-D91B-9624-47A6-14363275D69E}"/>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8" name="Line 50">
            <a:extLst>
              <a:ext uri="{FF2B5EF4-FFF2-40B4-BE49-F238E27FC236}">
                <a16:creationId xmlns:a16="http://schemas.microsoft.com/office/drawing/2014/main" id="{00AACCE8-25D9-3331-3C2D-7B0DDF70E907}"/>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899" name="Line 51">
            <a:extLst>
              <a:ext uri="{FF2B5EF4-FFF2-40B4-BE49-F238E27FC236}">
                <a16:creationId xmlns:a16="http://schemas.microsoft.com/office/drawing/2014/main" id="{AC17D93A-5202-51A5-A13E-79BE016B38D8}"/>
              </a:ext>
            </a:extLst>
          </p:cNvPr>
          <p:cNvSpPr>
            <a:spLocks noChangeShapeType="1"/>
          </p:cNvSpPr>
          <p:nvPr/>
        </p:nvSpPr>
        <p:spPr bwMode="auto">
          <a:xfrm>
            <a:off x="2178050" y="2014538"/>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900" name="Line 52">
            <a:extLst>
              <a:ext uri="{FF2B5EF4-FFF2-40B4-BE49-F238E27FC236}">
                <a16:creationId xmlns:a16="http://schemas.microsoft.com/office/drawing/2014/main" id="{DC521FF8-1B3F-1E69-4FF1-CB400EBB0F58}"/>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901" name="Oval 53">
            <a:extLst>
              <a:ext uri="{FF2B5EF4-FFF2-40B4-BE49-F238E27FC236}">
                <a16:creationId xmlns:a16="http://schemas.microsoft.com/office/drawing/2014/main" id="{51522921-6541-C9EC-BBEC-A1D6678974FA}"/>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8902" name="Oval 54">
            <a:extLst>
              <a:ext uri="{FF2B5EF4-FFF2-40B4-BE49-F238E27FC236}">
                <a16:creationId xmlns:a16="http://schemas.microsoft.com/office/drawing/2014/main" id="{869B9661-C1E5-E4AF-E9D1-3DC1D1487821}"/>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8903" name="Oval 55">
            <a:extLst>
              <a:ext uri="{FF2B5EF4-FFF2-40B4-BE49-F238E27FC236}">
                <a16:creationId xmlns:a16="http://schemas.microsoft.com/office/drawing/2014/main" id="{7A0B2309-E7F7-89A6-8126-A03D67FAA841}"/>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8904" name="Oval 56">
            <a:extLst>
              <a:ext uri="{FF2B5EF4-FFF2-40B4-BE49-F238E27FC236}">
                <a16:creationId xmlns:a16="http://schemas.microsoft.com/office/drawing/2014/main" id="{6BC08C06-5EB7-D34A-3612-C3CF1061C9BC}"/>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8905" name="Oval 57">
            <a:extLst>
              <a:ext uri="{FF2B5EF4-FFF2-40B4-BE49-F238E27FC236}">
                <a16:creationId xmlns:a16="http://schemas.microsoft.com/office/drawing/2014/main" id="{2AC60EC3-48F8-7EB8-FA0C-DDBC105F03CF}"/>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8906" name="Oval 58">
            <a:extLst>
              <a:ext uri="{FF2B5EF4-FFF2-40B4-BE49-F238E27FC236}">
                <a16:creationId xmlns:a16="http://schemas.microsoft.com/office/drawing/2014/main" id="{5D5060A4-EA7D-7717-8659-357E52BAC8C0}"/>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8907" name="Oval 59">
            <a:extLst>
              <a:ext uri="{FF2B5EF4-FFF2-40B4-BE49-F238E27FC236}">
                <a16:creationId xmlns:a16="http://schemas.microsoft.com/office/drawing/2014/main" id="{C5A6D87F-85E5-B753-1E6E-A53FC8CB7BE4}"/>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8908" name="Oval 60">
            <a:extLst>
              <a:ext uri="{FF2B5EF4-FFF2-40B4-BE49-F238E27FC236}">
                <a16:creationId xmlns:a16="http://schemas.microsoft.com/office/drawing/2014/main" id="{7D7201EF-D97F-E29C-62DF-C84CBA69F67B}"/>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8909" name="Oval 61">
            <a:extLst>
              <a:ext uri="{FF2B5EF4-FFF2-40B4-BE49-F238E27FC236}">
                <a16:creationId xmlns:a16="http://schemas.microsoft.com/office/drawing/2014/main" id="{4E46602C-0DCD-53CE-CDD1-8291FE8A7D58}"/>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8910" name="Line 62">
            <a:extLst>
              <a:ext uri="{FF2B5EF4-FFF2-40B4-BE49-F238E27FC236}">
                <a16:creationId xmlns:a16="http://schemas.microsoft.com/office/drawing/2014/main" id="{6F476899-C793-E464-93C0-CC6FE1C1863D}"/>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911" name="Line 63">
            <a:extLst>
              <a:ext uri="{FF2B5EF4-FFF2-40B4-BE49-F238E27FC236}">
                <a16:creationId xmlns:a16="http://schemas.microsoft.com/office/drawing/2014/main" id="{593828DE-BF89-0C49-9578-9D15A33B5700}"/>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912" name="Line 64">
            <a:extLst>
              <a:ext uri="{FF2B5EF4-FFF2-40B4-BE49-F238E27FC236}">
                <a16:creationId xmlns:a16="http://schemas.microsoft.com/office/drawing/2014/main" id="{11DD30FB-2A0E-96B1-0838-79A23073D871}"/>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913" name="Text Box 65">
            <a:extLst>
              <a:ext uri="{FF2B5EF4-FFF2-40B4-BE49-F238E27FC236}">
                <a16:creationId xmlns:a16="http://schemas.microsoft.com/office/drawing/2014/main" id="{1743FA52-4C01-1C26-E5DD-57A3E214D83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8914" name="Text Box 66">
            <a:extLst>
              <a:ext uri="{FF2B5EF4-FFF2-40B4-BE49-F238E27FC236}">
                <a16:creationId xmlns:a16="http://schemas.microsoft.com/office/drawing/2014/main" id="{B60F27BD-E05B-DB9B-F0E5-089BFE7F278E}"/>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8915" name="Text Box 67">
            <a:extLst>
              <a:ext uri="{FF2B5EF4-FFF2-40B4-BE49-F238E27FC236}">
                <a16:creationId xmlns:a16="http://schemas.microsoft.com/office/drawing/2014/main" id="{085239A3-5BC7-2E80-CF81-A7A8046B1359}"/>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8916" name="Text Box 68">
            <a:extLst>
              <a:ext uri="{FF2B5EF4-FFF2-40B4-BE49-F238E27FC236}">
                <a16:creationId xmlns:a16="http://schemas.microsoft.com/office/drawing/2014/main" id="{501DCF73-80AC-DA22-0934-A4CB515E58EB}"/>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8917" name="Text Box 69">
            <a:extLst>
              <a:ext uri="{FF2B5EF4-FFF2-40B4-BE49-F238E27FC236}">
                <a16:creationId xmlns:a16="http://schemas.microsoft.com/office/drawing/2014/main" id="{A10EB6F5-ABB0-8B5F-EB03-398BDBE99E03}"/>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8918" name="Text Box 70">
            <a:extLst>
              <a:ext uri="{FF2B5EF4-FFF2-40B4-BE49-F238E27FC236}">
                <a16:creationId xmlns:a16="http://schemas.microsoft.com/office/drawing/2014/main" id="{1268416B-499D-FEC5-C297-4D7840CC4AF7}"/>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8919" name="Text Box 71">
            <a:extLst>
              <a:ext uri="{FF2B5EF4-FFF2-40B4-BE49-F238E27FC236}">
                <a16:creationId xmlns:a16="http://schemas.microsoft.com/office/drawing/2014/main" id="{E31EF874-BB01-00C0-2032-160C14BEC497}"/>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8920" name="Text Box 72">
            <a:extLst>
              <a:ext uri="{FF2B5EF4-FFF2-40B4-BE49-F238E27FC236}">
                <a16:creationId xmlns:a16="http://schemas.microsoft.com/office/drawing/2014/main" id="{C01C4CFC-9BB1-E125-F4C4-4FCE34E3E58E}"/>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8921" name="Text Box 73">
            <a:extLst>
              <a:ext uri="{FF2B5EF4-FFF2-40B4-BE49-F238E27FC236}">
                <a16:creationId xmlns:a16="http://schemas.microsoft.com/office/drawing/2014/main" id="{43B19778-EF5D-702C-0784-E6F89186D80F}"/>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8922" name="Text Box 74">
            <a:extLst>
              <a:ext uri="{FF2B5EF4-FFF2-40B4-BE49-F238E27FC236}">
                <a16:creationId xmlns:a16="http://schemas.microsoft.com/office/drawing/2014/main" id="{EC9E603F-68AC-7E85-7DD2-41C85301E13B}"/>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8923" name="Text Box 75">
            <a:extLst>
              <a:ext uri="{FF2B5EF4-FFF2-40B4-BE49-F238E27FC236}">
                <a16:creationId xmlns:a16="http://schemas.microsoft.com/office/drawing/2014/main" id="{A9370B75-BF24-3429-6C69-59DC1EB8FF7B}"/>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8924" name="Line 76">
            <a:extLst>
              <a:ext uri="{FF2B5EF4-FFF2-40B4-BE49-F238E27FC236}">
                <a16:creationId xmlns:a16="http://schemas.microsoft.com/office/drawing/2014/main" id="{2EC65F40-FA02-32BC-2E06-7CB5076A62F0}"/>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8925" name="Text Box 77">
            <a:extLst>
              <a:ext uri="{FF2B5EF4-FFF2-40B4-BE49-F238E27FC236}">
                <a16:creationId xmlns:a16="http://schemas.microsoft.com/office/drawing/2014/main" id="{862B2589-DB8F-37F7-66D1-0DA530AD278E}"/>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62926" name="Group 78">
            <a:extLst>
              <a:ext uri="{FF2B5EF4-FFF2-40B4-BE49-F238E27FC236}">
                <a16:creationId xmlns:a16="http://schemas.microsoft.com/office/drawing/2014/main" id="{6CDBB613-B492-0544-A902-2759B015D2ED}"/>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FDEBD798-90EC-7D9C-B96A-602D8BA214E1}"/>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63875" name="Group 3">
            <a:extLst>
              <a:ext uri="{FF2B5EF4-FFF2-40B4-BE49-F238E27FC236}">
                <a16:creationId xmlns:a16="http://schemas.microsoft.com/office/drawing/2014/main" id="{904DFF52-37E2-F6E4-56F3-3A90DE348E14}"/>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9913" name="Text Box 41">
            <a:extLst>
              <a:ext uri="{FF2B5EF4-FFF2-40B4-BE49-F238E27FC236}">
                <a16:creationId xmlns:a16="http://schemas.microsoft.com/office/drawing/2014/main" id="{1EA9B4D6-35A7-DAEB-7088-8F3CB1CAFDA3}"/>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79914" name="Line 42">
            <a:extLst>
              <a:ext uri="{FF2B5EF4-FFF2-40B4-BE49-F238E27FC236}">
                <a16:creationId xmlns:a16="http://schemas.microsoft.com/office/drawing/2014/main" id="{E4A44B4A-0B06-E8A0-D11E-F4641052D80C}"/>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15" name="Text Box 43">
            <a:extLst>
              <a:ext uri="{FF2B5EF4-FFF2-40B4-BE49-F238E27FC236}">
                <a16:creationId xmlns:a16="http://schemas.microsoft.com/office/drawing/2014/main" id="{CD6FC923-41B4-4D60-FE4C-2ED83EFA97C3}"/>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79916" name="Line 44">
            <a:extLst>
              <a:ext uri="{FF2B5EF4-FFF2-40B4-BE49-F238E27FC236}">
                <a16:creationId xmlns:a16="http://schemas.microsoft.com/office/drawing/2014/main" id="{A28B1791-9747-6221-14FE-57076A57E7B9}"/>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17" name="Line 45">
            <a:extLst>
              <a:ext uri="{FF2B5EF4-FFF2-40B4-BE49-F238E27FC236}">
                <a16:creationId xmlns:a16="http://schemas.microsoft.com/office/drawing/2014/main" id="{076AD4C6-4B10-601D-0C56-51782D2F4B73}"/>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18" name="Line 46">
            <a:extLst>
              <a:ext uri="{FF2B5EF4-FFF2-40B4-BE49-F238E27FC236}">
                <a16:creationId xmlns:a16="http://schemas.microsoft.com/office/drawing/2014/main" id="{74E9816F-5B61-4D8B-18F5-6B00F374441B}"/>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19" name="Line 47">
            <a:extLst>
              <a:ext uri="{FF2B5EF4-FFF2-40B4-BE49-F238E27FC236}">
                <a16:creationId xmlns:a16="http://schemas.microsoft.com/office/drawing/2014/main" id="{B417934D-22D7-795A-DA6A-DCAC9D8C8017}"/>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20" name="Line 48">
            <a:extLst>
              <a:ext uri="{FF2B5EF4-FFF2-40B4-BE49-F238E27FC236}">
                <a16:creationId xmlns:a16="http://schemas.microsoft.com/office/drawing/2014/main" id="{2DAC1676-8C81-5857-3DEA-E1CB5C992300}"/>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21" name="Line 49">
            <a:extLst>
              <a:ext uri="{FF2B5EF4-FFF2-40B4-BE49-F238E27FC236}">
                <a16:creationId xmlns:a16="http://schemas.microsoft.com/office/drawing/2014/main" id="{7677145D-59A2-BE2A-EFDF-BBDD5424C914}"/>
              </a:ext>
            </a:extLst>
          </p:cNvPr>
          <p:cNvSpPr>
            <a:spLocks noChangeShapeType="1"/>
          </p:cNvSpPr>
          <p:nvPr/>
        </p:nvSpPr>
        <p:spPr bwMode="auto">
          <a:xfrm flipV="1">
            <a:off x="762000" y="2743200"/>
            <a:ext cx="76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22" name="Line 50">
            <a:extLst>
              <a:ext uri="{FF2B5EF4-FFF2-40B4-BE49-F238E27FC236}">
                <a16:creationId xmlns:a16="http://schemas.microsoft.com/office/drawing/2014/main" id="{18BFB25A-72AD-4A2F-72B0-030BA8BA538A}"/>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23" name="Line 51">
            <a:extLst>
              <a:ext uri="{FF2B5EF4-FFF2-40B4-BE49-F238E27FC236}">
                <a16:creationId xmlns:a16="http://schemas.microsoft.com/office/drawing/2014/main" id="{6183F8D2-988A-1E94-E82A-2A50A9318761}"/>
              </a:ext>
            </a:extLst>
          </p:cNvPr>
          <p:cNvSpPr>
            <a:spLocks noChangeShapeType="1"/>
          </p:cNvSpPr>
          <p:nvPr/>
        </p:nvSpPr>
        <p:spPr bwMode="auto">
          <a:xfrm>
            <a:off x="2178050" y="2014538"/>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24" name="Line 52">
            <a:extLst>
              <a:ext uri="{FF2B5EF4-FFF2-40B4-BE49-F238E27FC236}">
                <a16:creationId xmlns:a16="http://schemas.microsoft.com/office/drawing/2014/main" id="{3AE28304-BBC4-8602-731C-BEE6BAC93209}"/>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25" name="Oval 53">
            <a:extLst>
              <a:ext uri="{FF2B5EF4-FFF2-40B4-BE49-F238E27FC236}">
                <a16:creationId xmlns:a16="http://schemas.microsoft.com/office/drawing/2014/main" id="{98255658-C7BC-1052-D4EF-5069EE8DD631}"/>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79926" name="Oval 54">
            <a:extLst>
              <a:ext uri="{FF2B5EF4-FFF2-40B4-BE49-F238E27FC236}">
                <a16:creationId xmlns:a16="http://schemas.microsoft.com/office/drawing/2014/main" id="{B6C7514F-B756-4716-30A1-5EE6C18CFFF5}"/>
              </a:ext>
            </a:extLst>
          </p:cNvPr>
          <p:cNvSpPr>
            <a:spLocks noChangeArrowheads="1"/>
          </p:cNvSpPr>
          <p:nvPr/>
        </p:nvSpPr>
        <p:spPr bwMode="auto">
          <a:xfrm>
            <a:off x="685800" y="2286000"/>
            <a:ext cx="457200" cy="457200"/>
          </a:xfrm>
          <a:prstGeom prst="ellipse">
            <a:avLst/>
          </a:prstGeom>
          <a:solidFill>
            <a:schemeClr val="hlink"/>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79927" name="Oval 55">
            <a:extLst>
              <a:ext uri="{FF2B5EF4-FFF2-40B4-BE49-F238E27FC236}">
                <a16:creationId xmlns:a16="http://schemas.microsoft.com/office/drawing/2014/main" id="{76747520-9DF4-B6D3-783A-DCBE772B4512}"/>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79928" name="Oval 56">
            <a:extLst>
              <a:ext uri="{FF2B5EF4-FFF2-40B4-BE49-F238E27FC236}">
                <a16:creationId xmlns:a16="http://schemas.microsoft.com/office/drawing/2014/main" id="{3AAFEB1F-0C4C-517F-FEFF-3AA5D4F92240}"/>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79929" name="Oval 57">
            <a:extLst>
              <a:ext uri="{FF2B5EF4-FFF2-40B4-BE49-F238E27FC236}">
                <a16:creationId xmlns:a16="http://schemas.microsoft.com/office/drawing/2014/main" id="{9FFF43CA-2EBA-BC30-F9D2-1E8E4643247C}"/>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79930" name="Oval 58">
            <a:extLst>
              <a:ext uri="{FF2B5EF4-FFF2-40B4-BE49-F238E27FC236}">
                <a16:creationId xmlns:a16="http://schemas.microsoft.com/office/drawing/2014/main" id="{90F3B5CC-E5A6-41DD-25D2-C1DE897A671C}"/>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79931" name="Oval 59">
            <a:extLst>
              <a:ext uri="{FF2B5EF4-FFF2-40B4-BE49-F238E27FC236}">
                <a16:creationId xmlns:a16="http://schemas.microsoft.com/office/drawing/2014/main" id="{2962B62F-2AE3-FCE1-2BED-F786D2079675}"/>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79932" name="Oval 60">
            <a:extLst>
              <a:ext uri="{FF2B5EF4-FFF2-40B4-BE49-F238E27FC236}">
                <a16:creationId xmlns:a16="http://schemas.microsoft.com/office/drawing/2014/main" id="{E72535FF-B389-A20B-7043-927A03F64405}"/>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79933" name="Oval 61">
            <a:extLst>
              <a:ext uri="{FF2B5EF4-FFF2-40B4-BE49-F238E27FC236}">
                <a16:creationId xmlns:a16="http://schemas.microsoft.com/office/drawing/2014/main" id="{8DD2EF03-E3F9-C64F-4A72-892537611E08}"/>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79934" name="Line 62">
            <a:extLst>
              <a:ext uri="{FF2B5EF4-FFF2-40B4-BE49-F238E27FC236}">
                <a16:creationId xmlns:a16="http://schemas.microsoft.com/office/drawing/2014/main" id="{091646B6-B30C-FE1D-3E51-F8BC73479F0C}"/>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35" name="Line 63">
            <a:extLst>
              <a:ext uri="{FF2B5EF4-FFF2-40B4-BE49-F238E27FC236}">
                <a16:creationId xmlns:a16="http://schemas.microsoft.com/office/drawing/2014/main" id="{CD0A2C49-2FEC-43EA-ED78-9030E4346AF0}"/>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36" name="Line 64">
            <a:extLst>
              <a:ext uri="{FF2B5EF4-FFF2-40B4-BE49-F238E27FC236}">
                <a16:creationId xmlns:a16="http://schemas.microsoft.com/office/drawing/2014/main" id="{0CBBAB85-A181-FA49-752C-E5EA9C735468}"/>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37" name="Text Box 65">
            <a:extLst>
              <a:ext uri="{FF2B5EF4-FFF2-40B4-BE49-F238E27FC236}">
                <a16:creationId xmlns:a16="http://schemas.microsoft.com/office/drawing/2014/main" id="{A20D8AF0-F4E0-9221-88AC-DA341FC3C796}"/>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9938" name="Text Box 66">
            <a:extLst>
              <a:ext uri="{FF2B5EF4-FFF2-40B4-BE49-F238E27FC236}">
                <a16:creationId xmlns:a16="http://schemas.microsoft.com/office/drawing/2014/main" id="{FC1B6D8A-A7EC-D801-C4B5-9A092E389059}"/>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79939" name="Text Box 67">
            <a:extLst>
              <a:ext uri="{FF2B5EF4-FFF2-40B4-BE49-F238E27FC236}">
                <a16:creationId xmlns:a16="http://schemas.microsoft.com/office/drawing/2014/main" id="{E68959FB-3799-D9CD-812B-CE2F833343C4}"/>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9940" name="Text Box 68">
            <a:extLst>
              <a:ext uri="{FF2B5EF4-FFF2-40B4-BE49-F238E27FC236}">
                <a16:creationId xmlns:a16="http://schemas.microsoft.com/office/drawing/2014/main" id="{63A26166-5259-83A3-DAAF-518CC3370A63}"/>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79941" name="Text Box 69">
            <a:extLst>
              <a:ext uri="{FF2B5EF4-FFF2-40B4-BE49-F238E27FC236}">
                <a16:creationId xmlns:a16="http://schemas.microsoft.com/office/drawing/2014/main" id="{2147208B-66BE-D343-2D45-E82B34F50F5D}"/>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9942" name="Text Box 70">
            <a:extLst>
              <a:ext uri="{FF2B5EF4-FFF2-40B4-BE49-F238E27FC236}">
                <a16:creationId xmlns:a16="http://schemas.microsoft.com/office/drawing/2014/main" id="{6D4B9DBE-347A-9DF1-E4FC-0FF4F9B22D5E}"/>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9943" name="Text Box 71">
            <a:extLst>
              <a:ext uri="{FF2B5EF4-FFF2-40B4-BE49-F238E27FC236}">
                <a16:creationId xmlns:a16="http://schemas.microsoft.com/office/drawing/2014/main" id="{EDF14338-C354-3C11-9740-6F3C5A68E723}"/>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9944" name="Text Box 72">
            <a:extLst>
              <a:ext uri="{FF2B5EF4-FFF2-40B4-BE49-F238E27FC236}">
                <a16:creationId xmlns:a16="http://schemas.microsoft.com/office/drawing/2014/main" id="{07E9D608-F9F3-7E3E-A3CA-8995FAD26C69}"/>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9945" name="Text Box 73">
            <a:extLst>
              <a:ext uri="{FF2B5EF4-FFF2-40B4-BE49-F238E27FC236}">
                <a16:creationId xmlns:a16="http://schemas.microsoft.com/office/drawing/2014/main" id="{41BF2F02-EB34-F613-1AE8-372D97EE1F64}"/>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79946" name="Text Box 74">
            <a:extLst>
              <a:ext uri="{FF2B5EF4-FFF2-40B4-BE49-F238E27FC236}">
                <a16:creationId xmlns:a16="http://schemas.microsoft.com/office/drawing/2014/main" id="{80CD15BA-C8A1-1CF7-29B3-AA82815B0B3B}"/>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79947" name="Text Box 75">
            <a:extLst>
              <a:ext uri="{FF2B5EF4-FFF2-40B4-BE49-F238E27FC236}">
                <a16:creationId xmlns:a16="http://schemas.microsoft.com/office/drawing/2014/main" id="{F09D057B-543E-E484-BFBE-0DFD5DB953D8}"/>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79948" name="Line 76">
            <a:extLst>
              <a:ext uri="{FF2B5EF4-FFF2-40B4-BE49-F238E27FC236}">
                <a16:creationId xmlns:a16="http://schemas.microsoft.com/office/drawing/2014/main" id="{50AED5EC-EB75-68A5-B303-DC6602413943}"/>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49" name="Text Box 77">
            <a:extLst>
              <a:ext uri="{FF2B5EF4-FFF2-40B4-BE49-F238E27FC236}">
                <a16:creationId xmlns:a16="http://schemas.microsoft.com/office/drawing/2014/main" id="{A62403A7-DAEB-810E-548B-808DF8920317}"/>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63989" name="Group 117">
            <a:extLst>
              <a:ext uri="{FF2B5EF4-FFF2-40B4-BE49-F238E27FC236}">
                <a16:creationId xmlns:a16="http://schemas.microsoft.com/office/drawing/2014/main" id="{B2903DD8-7D7E-87BE-DEB0-989F3988F10C}"/>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a:extLst>
              <a:ext uri="{FF2B5EF4-FFF2-40B4-BE49-F238E27FC236}">
                <a16:creationId xmlns:a16="http://schemas.microsoft.com/office/drawing/2014/main" id="{CEFEAD2E-1F7F-F4F7-F1E1-EDD0D39D69E1}"/>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64899" name="Group 3">
            <a:extLst>
              <a:ext uri="{FF2B5EF4-FFF2-40B4-BE49-F238E27FC236}">
                <a16:creationId xmlns:a16="http://schemas.microsoft.com/office/drawing/2014/main" id="{5B176D2A-D405-64A7-9DE3-0EC2F0516BE7}"/>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0937" name="Text Box 41">
            <a:extLst>
              <a:ext uri="{FF2B5EF4-FFF2-40B4-BE49-F238E27FC236}">
                <a16:creationId xmlns:a16="http://schemas.microsoft.com/office/drawing/2014/main" id="{D56137EA-5746-9F96-749F-4012EC78CBFA}"/>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80938" name="Line 42">
            <a:extLst>
              <a:ext uri="{FF2B5EF4-FFF2-40B4-BE49-F238E27FC236}">
                <a16:creationId xmlns:a16="http://schemas.microsoft.com/office/drawing/2014/main" id="{B353977A-6109-2211-0C39-92D9C642A055}"/>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39" name="Text Box 43">
            <a:extLst>
              <a:ext uri="{FF2B5EF4-FFF2-40B4-BE49-F238E27FC236}">
                <a16:creationId xmlns:a16="http://schemas.microsoft.com/office/drawing/2014/main" id="{96DF6E21-84ED-5F08-4E5B-DA0CA89CE5EB}"/>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80940" name="Line 44">
            <a:extLst>
              <a:ext uri="{FF2B5EF4-FFF2-40B4-BE49-F238E27FC236}">
                <a16:creationId xmlns:a16="http://schemas.microsoft.com/office/drawing/2014/main" id="{D3399302-FD18-E233-898E-F36051C43F3A}"/>
              </a:ext>
            </a:extLst>
          </p:cNvPr>
          <p:cNvSpPr>
            <a:spLocks noChangeShapeType="1"/>
          </p:cNvSpPr>
          <p:nvPr/>
        </p:nvSpPr>
        <p:spPr bwMode="auto">
          <a:xfrm>
            <a:off x="1981200" y="2133600"/>
            <a:ext cx="152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1" name="Line 45">
            <a:extLst>
              <a:ext uri="{FF2B5EF4-FFF2-40B4-BE49-F238E27FC236}">
                <a16:creationId xmlns:a16="http://schemas.microsoft.com/office/drawing/2014/main" id="{53A7C209-EDBB-5946-825D-490AF7808E2B}"/>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2" name="Line 46">
            <a:extLst>
              <a:ext uri="{FF2B5EF4-FFF2-40B4-BE49-F238E27FC236}">
                <a16:creationId xmlns:a16="http://schemas.microsoft.com/office/drawing/2014/main" id="{B784C225-AE8A-169C-81BA-E31E215B4E5A}"/>
              </a:ext>
            </a:extLst>
          </p:cNvPr>
          <p:cNvSpPr>
            <a:spLocks noChangeShapeType="1"/>
          </p:cNvSpPr>
          <p:nvPr/>
        </p:nvSpPr>
        <p:spPr bwMode="auto">
          <a:xfrm flipH="1" flipV="1">
            <a:off x="2133600" y="2209800"/>
            <a:ext cx="1219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3" name="Line 47">
            <a:extLst>
              <a:ext uri="{FF2B5EF4-FFF2-40B4-BE49-F238E27FC236}">
                <a16:creationId xmlns:a16="http://schemas.microsoft.com/office/drawing/2014/main" id="{0E73F9F9-B53D-C3EC-57AE-F82C3CAF6BD7}"/>
              </a:ext>
            </a:extLst>
          </p:cNvPr>
          <p:cNvSpPr>
            <a:spLocks noChangeShapeType="1"/>
          </p:cNvSpPr>
          <p:nvPr/>
        </p:nvSpPr>
        <p:spPr bwMode="auto">
          <a:xfrm flipV="1">
            <a:off x="914400" y="3124200"/>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4" name="Line 48">
            <a:extLst>
              <a:ext uri="{FF2B5EF4-FFF2-40B4-BE49-F238E27FC236}">
                <a16:creationId xmlns:a16="http://schemas.microsoft.com/office/drawing/2014/main" id="{F6D1B469-7AD9-4A9F-B273-79B5D5A86CC6}"/>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5" name="Line 49">
            <a:extLst>
              <a:ext uri="{FF2B5EF4-FFF2-40B4-BE49-F238E27FC236}">
                <a16:creationId xmlns:a16="http://schemas.microsoft.com/office/drawing/2014/main" id="{E22977FC-6642-C418-22C1-28DC2260C9FD}"/>
              </a:ext>
            </a:extLst>
          </p:cNvPr>
          <p:cNvSpPr>
            <a:spLocks noChangeShapeType="1"/>
          </p:cNvSpPr>
          <p:nvPr/>
        </p:nvSpPr>
        <p:spPr bwMode="auto">
          <a:xfrm flipV="1">
            <a:off x="762000" y="2743200"/>
            <a:ext cx="7620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6" name="Line 50">
            <a:extLst>
              <a:ext uri="{FF2B5EF4-FFF2-40B4-BE49-F238E27FC236}">
                <a16:creationId xmlns:a16="http://schemas.microsoft.com/office/drawing/2014/main" id="{906524FF-9981-CA98-24AC-145149B4D2F6}"/>
              </a:ext>
            </a:extLst>
          </p:cNvPr>
          <p:cNvSpPr>
            <a:spLocks noChangeShapeType="1"/>
          </p:cNvSpPr>
          <p:nvPr/>
        </p:nvSpPr>
        <p:spPr bwMode="auto">
          <a:xfrm>
            <a:off x="990600" y="25908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7" name="Line 51">
            <a:extLst>
              <a:ext uri="{FF2B5EF4-FFF2-40B4-BE49-F238E27FC236}">
                <a16:creationId xmlns:a16="http://schemas.microsoft.com/office/drawing/2014/main" id="{32DBA48E-CFEC-D4D3-49ED-8F0A2E73AB15}"/>
              </a:ext>
            </a:extLst>
          </p:cNvPr>
          <p:cNvSpPr>
            <a:spLocks noChangeShapeType="1"/>
          </p:cNvSpPr>
          <p:nvPr/>
        </p:nvSpPr>
        <p:spPr bwMode="auto">
          <a:xfrm>
            <a:off x="2178050" y="2014538"/>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8" name="Line 52">
            <a:extLst>
              <a:ext uri="{FF2B5EF4-FFF2-40B4-BE49-F238E27FC236}">
                <a16:creationId xmlns:a16="http://schemas.microsoft.com/office/drawing/2014/main" id="{911148CB-7DDC-DAE0-0743-D93AEBC7B8BD}"/>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49" name="Oval 53">
            <a:extLst>
              <a:ext uri="{FF2B5EF4-FFF2-40B4-BE49-F238E27FC236}">
                <a16:creationId xmlns:a16="http://schemas.microsoft.com/office/drawing/2014/main" id="{2215B7A1-23CF-AD3E-1C2F-DE20FC2FFAD6}"/>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80950" name="Oval 54">
            <a:extLst>
              <a:ext uri="{FF2B5EF4-FFF2-40B4-BE49-F238E27FC236}">
                <a16:creationId xmlns:a16="http://schemas.microsoft.com/office/drawing/2014/main" id="{B665BDD4-D6DB-8B9B-6D3F-0396A8343A75}"/>
              </a:ext>
            </a:extLst>
          </p:cNvPr>
          <p:cNvSpPr>
            <a:spLocks noChangeArrowheads="1"/>
          </p:cNvSpPr>
          <p:nvPr/>
        </p:nvSpPr>
        <p:spPr bwMode="auto">
          <a:xfrm>
            <a:off x="685800" y="2286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80951" name="Oval 55">
            <a:extLst>
              <a:ext uri="{FF2B5EF4-FFF2-40B4-BE49-F238E27FC236}">
                <a16:creationId xmlns:a16="http://schemas.microsoft.com/office/drawing/2014/main" id="{7AA929E1-8BCF-FA8A-61BB-A9131A37FC4B}"/>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80952" name="Oval 56">
            <a:extLst>
              <a:ext uri="{FF2B5EF4-FFF2-40B4-BE49-F238E27FC236}">
                <a16:creationId xmlns:a16="http://schemas.microsoft.com/office/drawing/2014/main" id="{94F70E61-2994-8741-5D36-475C33BACD7A}"/>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80953" name="Oval 57">
            <a:extLst>
              <a:ext uri="{FF2B5EF4-FFF2-40B4-BE49-F238E27FC236}">
                <a16:creationId xmlns:a16="http://schemas.microsoft.com/office/drawing/2014/main" id="{83627945-B09C-DB15-BF37-48B9AF5B5161}"/>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80954" name="Oval 58">
            <a:extLst>
              <a:ext uri="{FF2B5EF4-FFF2-40B4-BE49-F238E27FC236}">
                <a16:creationId xmlns:a16="http://schemas.microsoft.com/office/drawing/2014/main" id="{4BA1CA99-A84B-C85B-27EA-B1EB9F6ABDC1}"/>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80955" name="Oval 59">
            <a:extLst>
              <a:ext uri="{FF2B5EF4-FFF2-40B4-BE49-F238E27FC236}">
                <a16:creationId xmlns:a16="http://schemas.microsoft.com/office/drawing/2014/main" id="{470106ED-8DBD-DD07-6BD6-F5F5D77FA03A}"/>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80956" name="Oval 60">
            <a:extLst>
              <a:ext uri="{FF2B5EF4-FFF2-40B4-BE49-F238E27FC236}">
                <a16:creationId xmlns:a16="http://schemas.microsoft.com/office/drawing/2014/main" id="{5789E3F3-C945-C0C4-B839-CD00EA1BAC3D}"/>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80957" name="Oval 61">
            <a:extLst>
              <a:ext uri="{FF2B5EF4-FFF2-40B4-BE49-F238E27FC236}">
                <a16:creationId xmlns:a16="http://schemas.microsoft.com/office/drawing/2014/main" id="{F5B3B42D-C69D-5C39-82B4-A5DE825FA59B}"/>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80958" name="Line 62">
            <a:extLst>
              <a:ext uri="{FF2B5EF4-FFF2-40B4-BE49-F238E27FC236}">
                <a16:creationId xmlns:a16="http://schemas.microsoft.com/office/drawing/2014/main" id="{E30F425A-4040-8E56-2608-D31F24517179}"/>
              </a:ext>
            </a:extLst>
          </p:cNvPr>
          <p:cNvSpPr>
            <a:spLocks noChangeShapeType="1"/>
          </p:cNvSpPr>
          <p:nvPr/>
        </p:nvSpPr>
        <p:spPr bwMode="auto">
          <a:xfrm>
            <a:off x="2286000" y="3200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59" name="Line 63">
            <a:extLst>
              <a:ext uri="{FF2B5EF4-FFF2-40B4-BE49-F238E27FC236}">
                <a16:creationId xmlns:a16="http://schemas.microsoft.com/office/drawing/2014/main" id="{3BB13EA8-5AD9-E528-F7B1-75D2E744FB89}"/>
              </a:ext>
            </a:extLst>
          </p:cNvPr>
          <p:cNvSpPr>
            <a:spLocks noChangeShapeType="1"/>
          </p:cNvSpPr>
          <p:nvPr/>
        </p:nvSpPr>
        <p:spPr bwMode="auto">
          <a:xfrm flipH="1">
            <a:off x="1981200" y="41148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60" name="Line 64">
            <a:extLst>
              <a:ext uri="{FF2B5EF4-FFF2-40B4-BE49-F238E27FC236}">
                <a16:creationId xmlns:a16="http://schemas.microsoft.com/office/drawing/2014/main" id="{C2315148-164D-B849-E9F2-9AB17E3A9CF1}"/>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61" name="Text Box 65">
            <a:extLst>
              <a:ext uri="{FF2B5EF4-FFF2-40B4-BE49-F238E27FC236}">
                <a16:creationId xmlns:a16="http://schemas.microsoft.com/office/drawing/2014/main" id="{F5C65364-4036-A6D0-D66A-FCFB249F7430}"/>
              </a:ext>
            </a:extLst>
          </p:cNvPr>
          <p:cNvSpPr txBox="1">
            <a:spLocks noChangeArrowheads="1"/>
          </p:cNvSpPr>
          <p:nvPr/>
        </p:nvSpPr>
        <p:spPr bwMode="auto">
          <a:xfrm>
            <a:off x="2286000" y="4038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80962" name="Text Box 66">
            <a:extLst>
              <a:ext uri="{FF2B5EF4-FFF2-40B4-BE49-F238E27FC236}">
                <a16:creationId xmlns:a16="http://schemas.microsoft.com/office/drawing/2014/main" id="{3EC35490-7E9A-E174-269C-93F50BC8F60D}"/>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80963" name="Text Box 67">
            <a:extLst>
              <a:ext uri="{FF2B5EF4-FFF2-40B4-BE49-F238E27FC236}">
                <a16:creationId xmlns:a16="http://schemas.microsoft.com/office/drawing/2014/main" id="{727EB70B-07C8-FBD7-3078-C9A63DA74E9B}"/>
              </a:ext>
            </a:extLst>
          </p:cNvPr>
          <p:cNvSpPr txBox="1">
            <a:spLocks noChangeArrowheads="1"/>
          </p:cNvSpPr>
          <p:nvPr/>
        </p:nvSpPr>
        <p:spPr bwMode="auto">
          <a:xfrm>
            <a:off x="2371725" y="3178175"/>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80964" name="Text Box 68">
            <a:extLst>
              <a:ext uri="{FF2B5EF4-FFF2-40B4-BE49-F238E27FC236}">
                <a16:creationId xmlns:a16="http://schemas.microsoft.com/office/drawing/2014/main" id="{CA44A35A-43F0-2EC2-3CCF-BED852419C43}"/>
              </a:ext>
            </a:extLst>
          </p:cNvPr>
          <p:cNvSpPr txBox="1">
            <a:spLocks noChangeArrowheads="1"/>
          </p:cNvSpPr>
          <p:nvPr/>
        </p:nvSpPr>
        <p:spPr bwMode="auto">
          <a:xfrm>
            <a:off x="2643188" y="2709863"/>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6</a:t>
            </a:r>
          </a:p>
        </p:txBody>
      </p:sp>
      <p:sp>
        <p:nvSpPr>
          <p:cNvPr id="80965" name="Text Box 69">
            <a:extLst>
              <a:ext uri="{FF2B5EF4-FFF2-40B4-BE49-F238E27FC236}">
                <a16:creationId xmlns:a16="http://schemas.microsoft.com/office/drawing/2014/main" id="{5B019B92-605C-621D-6C95-2135462C0AF7}"/>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80966" name="Text Box 70">
            <a:extLst>
              <a:ext uri="{FF2B5EF4-FFF2-40B4-BE49-F238E27FC236}">
                <a16:creationId xmlns:a16="http://schemas.microsoft.com/office/drawing/2014/main" id="{93F9AC66-6843-54B6-4E2A-E96ACC39C8BD}"/>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80967" name="Text Box 71">
            <a:extLst>
              <a:ext uri="{FF2B5EF4-FFF2-40B4-BE49-F238E27FC236}">
                <a16:creationId xmlns:a16="http://schemas.microsoft.com/office/drawing/2014/main" id="{AE6524F1-485B-20DC-3248-6370D5F34FD0}"/>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80968" name="Text Box 72">
            <a:extLst>
              <a:ext uri="{FF2B5EF4-FFF2-40B4-BE49-F238E27FC236}">
                <a16:creationId xmlns:a16="http://schemas.microsoft.com/office/drawing/2014/main" id="{BA8C69E9-C0F9-8D89-888E-6864C84671F7}"/>
              </a:ext>
            </a:extLst>
          </p:cNvPr>
          <p:cNvSpPr txBox="1">
            <a:spLocks noChangeArrowheads="1"/>
          </p:cNvSpPr>
          <p:nvPr/>
        </p:nvSpPr>
        <p:spPr bwMode="auto">
          <a:xfrm>
            <a:off x="18288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80969" name="Text Box 73">
            <a:extLst>
              <a:ext uri="{FF2B5EF4-FFF2-40B4-BE49-F238E27FC236}">
                <a16:creationId xmlns:a16="http://schemas.microsoft.com/office/drawing/2014/main" id="{D4A01C57-B8DD-4693-00CF-C312A0ED4EFE}"/>
              </a:ext>
            </a:extLst>
          </p:cNvPr>
          <p:cNvSpPr txBox="1">
            <a:spLocks noChangeArrowheads="1"/>
          </p:cNvSpPr>
          <p:nvPr/>
        </p:nvSpPr>
        <p:spPr bwMode="auto">
          <a:xfrm>
            <a:off x="1524000" y="259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8</a:t>
            </a:r>
          </a:p>
        </p:txBody>
      </p:sp>
      <p:sp>
        <p:nvSpPr>
          <p:cNvPr id="80970" name="Text Box 74">
            <a:extLst>
              <a:ext uri="{FF2B5EF4-FFF2-40B4-BE49-F238E27FC236}">
                <a16:creationId xmlns:a16="http://schemas.microsoft.com/office/drawing/2014/main" id="{FFDEAF82-B783-8D9D-B7D4-91D7F4646F3E}"/>
              </a:ext>
            </a:extLst>
          </p:cNvPr>
          <p:cNvSpPr txBox="1">
            <a:spLocks noChangeArrowheads="1"/>
          </p:cNvSpPr>
          <p:nvPr/>
        </p:nvSpPr>
        <p:spPr bwMode="auto">
          <a:xfrm>
            <a:off x="1219200" y="3048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80971" name="Text Box 75">
            <a:extLst>
              <a:ext uri="{FF2B5EF4-FFF2-40B4-BE49-F238E27FC236}">
                <a16:creationId xmlns:a16="http://schemas.microsoft.com/office/drawing/2014/main" id="{BB28E6CA-4ACD-0918-DA05-5532212B575B}"/>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80972" name="Line 76">
            <a:extLst>
              <a:ext uri="{FF2B5EF4-FFF2-40B4-BE49-F238E27FC236}">
                <a16:creationId xmlns:a16="http://schemas.microsoft.com/office/drawing/2014/main" id="{0E2E6808-327D-B79D-9373-80739A0000AD}"/>
              </a:ext>
            </a:extLst>
          </p:cNvPr>
          <p:cNvSpPr>
            <a:spLocks noChangeShapeType="1"/>
          </p:cNvSpPr>
          <p:nvPr/>
        </p:nvSpPr>
        <p:spPr bwMode="auto">
          <a:xfrm flipV="1">
            <a:off x="1111250" y="2187575"/>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0973" name="Text Box 77">
            <a:extLst>
              <a:ext uri="{FF2B5EF4-FFF2-40B4-BE49-F238E27FC236}">
                <a16:creationId xmlns:a16="http://schemas.microsoft.com/office/drawing/2014/main" id="{50FD1E37-09CD-46B4-2BA0-123657C9CE10}"/>
              </a:ext>
            </a:extLst>
          </p:cNvPr>
          <p:cNvSpPr txBox="1">
            <a:spLocks noChangeArrowheads="1"/>
          </p:cNvSpPr>
          <p:nvPr/>
        </p:nvSpPr>
        <p:spPr bwMode="auto">
          <a:xfrm>
            <a:off x="1143000" y="2057400"/>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10</a:t>
            </a:r>
          </a:p>
        </p:txBody>
      </p:sp>
      <p:graphicFrame>
        <p:nvGraphicFramePr>
          <p:cNvPr id="465013" name="Group 117">
            <a:extLst>
              <a:ext uri="{FF2B5EF4-FFF2-40B4-BE49-F238E27FC236}">
                <a16:creationId xmlns:a16="http://schemas.microsoft.com/office/drawing/2014/main" id="{3D091581-9A07-A02D-6C51-1EA2276978B1}"/>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extLst>
              <a:ext uri="{FF2B5EF4-FFF2-40B4-BE49-F238E27FC236}">
                <a16:creationId xmlns:a16="http://schemas.microsoft.com/office/drawing/2014/main" id="{F322A395-CDD9-B71F-5E34-9244BEF7FE5C}"/>
              </a:ext>
            </a:extLst>
          </p:cNvPr>
          <p:cNvSpPr txBox="1">
            <a:spLocks noChangeArrowheads="1"/>
          </p:cNvSpPr>
          <p:nvPr/>
        </p:nvSpPr>
        <p:spPr bwMode="auto">
          <a:xfrm>
            <a:off x="3962400" y="1143000"/>
            <a:ext cx="403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a:t>Select first |V|</a:t>
            </a:r>
            <a:r>
              <a:rPr lang="en-US" altLang="en-US">
                <a:cs typeface="Times New Roman" panose="02020603050405020304" pitchFamily="18" charset="0"/>
              </a:rPr>
              <a:t>–1 edges which do not generate a cycle</a:t>
            </a:r>
            <a:endParaRPr lang="en-US" altLang="en-US"/>
          </a:p>
        </p:txBody>
      </p:sp>
      <p:graphicFrame>
        <p:nvGraphicFramePr>
          <p:cNvPr id="465923" name="Group 3">
            <a:extLst>
              <a:ext uri="{FF2B5EF4-FFF2-40B4-BE49-F238E27FC236}">
                <a16:creationId xmlns:a16="http://schemas.microsoft.com/office/drawing/2014/main" id="{F524D319-FFA9-0C4E-1AD7-EB7C086AA173}"/>
              </a:ext>
            </a:extLst>
          </p:cNvPr>
          <p:cNvGraphicFramePr>
            <a:graphicFrameLocks noGrp="1"/>
          </p:cNvGraphicFramePr>
          <p:nvPr/>
        </p:nvGraphicFramePr>
        <p:xfrm>
          <a:off x="4343400" y="19812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(E,G)</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(C,D)</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(G,H)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 </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(B,C)</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1961" name="Text Box 41">
            <a:extLst>
              <a:ext uri="{FF2B5EF4-FFF2-40B4-BE49-F238E27FC236}">
                <a16:creationId xmlns:a16="http://schemas.microsoft.com/office/drawing/2014/main" id="{AAE8300E-B8D3-9E31-4381-3ED833AC1340}"/>
              </a:ext>
            </a:extLst>
          </p:cNvPr>
          <p:cNvSpPr txBox="1">
            <a:spLocks noChangeArrowheads="1"/>
          </p:cNvSpPr>
          <p:nvPr/>
        </p:nvSpPr>
        <p:spPr bwMode="auto">
          <a:xfrm>
            <a:off x="587375"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5</a:t>
            </a:r>
          </a:p>
        </p:txBody>
      </p:sp>
      <p:sp>
        <p:nvSpPr>
          <p:cNvPr id="81962" name="Line 42">
            <a:extLst>
              <a:ext uri="{FF2B5EF4-FFF2-40B4-BE49-F238E27FC236}">
                <a16:creationId xmlns:a16="http://schemas.microsoft.com/office/drawing/2014/main" id="{E87CBB72-5098-4F97-5BFF-12CD9AF11363}"/>
              </a:ext>
            </a:extLst>
          </p:cNvPr>
          <p:cNvSpPr>
            <a:spLocks noChangeShapeType="1"/>
          </p:cNvSpPr>
          <p:nvPr/>
        </p:nvSpPr>
        <p:spPr bwMode="auto">
          <a:xfrm flipH="1">
            <a:off x="3233738" y="3124200"/>
            <a:ext cx="3810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63" name="Text Box 43">
            <a:extLst>
              <a:ext uri="{FF2B5EF4-FFF2-40B4-BE49-F238E27FC236}">
                <a16:creationId xmlns:a16="http://schemas.microsoft.com/office/drawing/2014/main" id="{62A1338D-E5E5-DF5B-A364-53D3910E13B3}"/>
              </a:ext>
            </a:extLst>
          </p:cNvPr>
          <p:cNvSpPr txBox="1">
            <a:spLocks noChangeArrowheads="1"/>
          </p:cNvSpPr>
          <p:nvPr/>
        </p:nvSpPr>
        <p:spPr bwMode="auto">
          <a:xfrm>
            <a:off x="3000375" y="3449638"/>
            <a:ext cx="47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1</a:t>
            </a:r>
          </a:p>
        </p:txBody>
      </p:sp>
      <p:sp>
        <p:nvSpPr>
          <p:cNvPr id="81964" name="Line 45">
            <a:extLst>
              <a:ext uri="{FF2B5EF4-FFF2-40B4-BE49-F238E27FC236}">
                <a16:creationId xmlns:a16="http://schemas.microsoft.com/office/drawing/2014/main" id="{B2D2F711-9D95-F0DD-3BE0-133B02F7B133}"/>
              </a:ext>
            </a:extLst>
          </p:cNvPr>
          <p:cNvSpPr>
            <a:spLocks noChangeShapeType="1"/>
          </p:cNvSpPr>
          <p:nvPr/>
        </p:nvSpPr>
        <p:spPr bwMode="auto">
          <a:xfrm flipV="1">
            <a:off x="2286000" y="2286000"/>
            <a:ext cx="5334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65" name="Line 48">
            <a:extLst>
              <a:ext uri="{FF2B5EF4-FFF2-40B4-BE49-F238E27FC236}">
                <a16:creationId xmlns:a16="http://schemas.microsoft.com/office/drawing/2014/main" id="{654D0546-469F-3B06-E9EE-D974D89C47AC}"/>
              </a:ext>
            </a:extLst>
          </p:cNvPr>
          <p:cNvSpPr>
            <a:spLocks noChangeShapeType="1"/>
          </p:cNvSpPr>
          <p:nvPr/>
        </p:nvSpPr>
        <p:spPr bwMode="auto">
          <a:xfrm flipV="1">
            <a:off x="1828800" y="3200400"/>
            <a:ext cx="16002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66" name="Line 49">
            <a:extLst>
              <a:ext uri="{FF2B5EF4-FFF2-40B4-BE49-F238E27FC236}">
                <a16:creationId xmlns:a16="http://schemas.microsoft.com/office/drawing/2014/main" id="{FE92F495-4F36-427F-0A68-8CF391389FBF}"/>
              </a:ext>
            </a:extLst>
          </p:cNvPr>
          <p:cNvSpPr>
            <a:spLocks noChangeShapeType="1"/>
          </p:cNvSpPr>
          <p:nvPr/>
        </p:nvSpPr>
        <p:spPr bwMode="auto">
          <a:xfrm flipV="1">
            <a:off x="762000" y="2743200"/>
            <a:ext cx="7620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67" name="Line 51">
            <a:extLst>
              <a:ext uri="{FF2B5EF4-FFF2-40B4-BE49-F238E27FC236}">
                <a16:creationId xmlns:a16="http://schemas.microsoft.com/office/drawing/2014/main" id="{387617AA-F968-13E9-B7A4-001D0A7A5D4A}"/>
              </a:ext>
            </a:extLst>
          </p:cNvPr>
          <p:cNvSpPr>
            <a:spLocks noChangeShapeType="1"/>
          </p:cNvSpPr>
          <p:nvPr/>
        </p:nvSpPr>
        <p:spPr bwMode="auto">
          <a:xfrm>
            <a:off x="2178050" y="2014538"/>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68" name="Line 52">
            <a:extLst>
              <a:ext uri="{FF2B5EF4-FFF2-40B4-BE49-F238E27FC236}">
                <a16:creationId xmlns:a16="http://schemas.microsoft.com/office/drawing/2014/main" id="{7D53CFF4-34CD-C10F-81B1-177411534431}"/>
              </a:ext>
            </a:extLst>
          </p:cNvPr>
          <p:cNvSpPr>
            <a:spLocks noChangeShapeType="1"/>
          </p:cNvSpPr>
          <p:nvPr/>
        </p:nvSpPr>
        <p:spPr bwMode="auto">
          <a:xfrm>
            <a:off x="3048000" y="2286000"/>
            <a:ext cx="381000" cy="609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69" name="Oval 53">
            <a:extLst>
              <a:ext uri="{FF2B5EF4-FFF2-40B4-BE49-F238E27FC236}">
                <a16:creationId xmlns:a16="http://schemas.microsoft.com/office/drawing/2014/main" id="{C8A1DB2F-36C2-BEE6-68D8-CE50DF2A2E52}"/>
              </a:ext>
            </a:extLst>
          </p:cNvPr>
          <p:cNvSpPr>
            <a:spLocks noChangeArrowheads="1"/>
          </p:cNvSpPr>
          <p:nvPr/>
        </p:nvSpPr>
        <p:spPr bwMode="auto">
          <a:xfrm>
            <a:off x="533400" y="2438400"/>
            <a:ext cx="5334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a:p>
        </p:txBody>
      </p:sp>
      <p:sp>
        <p:nvSpPr>
          <p:cNvPr id="81970" name="Oval 54">
            <a:extLst>
              <a:ext uri="{FF2B5EF4-FFF2-40B4-BE49-F238E27FC236}">
                <a16:creationId xmlns:a16="http://schemas.microsoft.com/office/drawing/2014/main" id="{40A0E396-ECD7-A049-9A55-C8E28AD384D6}"/>
              </a:ext>
            </a:extLst>
          </p:cNvPr>
          <p:cNvSpPr>
            <a:spLocks noChangeArrowheads="1"/>
          </p:cNvSpPr>
          <p:nvPr/>
        </p:nvSpPr>
        <p:spPr bwMode="auto">
          <a:xfrm>
            <a:off x="685800" y="2286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A</a:t>
            </a:r>
          </a:p>
        </p:txBody>
      </p:sp>
      <p:sp>
        <p:nvSpPr>
          <p:cNvPr id="81971" name="Oval 55">
            <a:extLst>
              <a:ext uri="{FF2B5EF4-FFF2-40B4-BE49-F238E27FC236}">
                <a16:creationId xmlns:a16="http://schemas.microsoft.com/office/drawing/2014/main" id="{27E8EB8F-C950-D291-C3C1-D16E415F2649}"/>
              </a:ext>
            </a:extLst>
          </p:cNvPr>
          <p:cNvSpPr>
            <a:spLocks noChangeArrowheads="1"/>
          </p:cNvSpPr>
          <p:nvPr/>
        </p:nvSpPr>
        <p:spPr bwMode="auto">
          <a:xfrm>
            <a:off x="533400" y="3200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H</a:t>
            </a:r>
          </a:p>
        </p:txBody>
      </p:sp>
      <p:sp>
        <p:nvSpPr>
          <p:cNvPr id="81972" name="Oval 56">
            <a:extLst>
              <a:ext uri="{FF2B5EF4-FFF2-40B4-BE49-F238E27FC236}">
                <a16:creationId xmlns:a16="http://schemas.microsoft.com/office/drawing/2014/main" id="{82BECE10-5C75-6B58-FF2F-70AB8AA820DC}"/>
              </a:ext>
            </a:extLst>
          </p:cNvPr>
          <p:cNvSpPr>
            <a:spLocks noChangeArrowheads="1"/>
          </p:cNvSpPr>
          <p:nvPr/>
        </p:nvSpPr>
        <p:spPr bwMode="auto">
          <a:xfrm>
            <a:off x="1905000" y="28194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B</a:t>
            </a:r>
          </a:p>
        </p:txBody>
      </p:sp>
      <p:sp>
        <p:nvSpPr>
          <p:cNvPr id="81973" name="Oval 57">
            <a:extLst>
              <a:ext uri="{FF2B5EF4-FFF2-40B4-BE49-F238E27FC236}">
                <a16:creationId xmlns:a16="http://schemas.microsoft.com/office/drawing/2014/main" id="{49D4F207-E612-39BF-678B-9CDFA76EC3F2}"/>
              </a:ext>
            </a:extLst>
          </p:cNvPr>
          <p:cNvSpPr>
            <a:spLocks noChangeArrowheads="1"/>
          </p:cNvSpPr>
          <p:nvPr/>
        </p:nvSpPr>
        <p:spPr bwMode="auto">
          <a:xfrm>
            <a:off x="1752600" y="18288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F</a:t>
            </a:r>
          </a:p>
        </p:txBody>
      </p:sp>
      <p:sp>
        <p:nvSpPr>
          <p:cNvPr id="81974" name="Oval 58">
            <a:extLst>
              <a:ext uri="{FF2B5EF4-FFF2-40B4-BE49-F238E27FC236}">
                <a16:creationId xmlns:a16="http://schemas.microsoft.com/office/drawing/2014/main" id="{16638769-9367-C7FA-AAD8-F54B0FEE417F}"/>
              </a:ext>
            </a:extLst>
          </p:cNvPr>
          <p:cNvSpPr>
            <a:spLocks noChangeArrowheads="1"/>
          </p:cNvSpPr>
          <p:nvPr/>
        </p:nvSpPr>
        <p:spPr bwMode="auto">
          <a:xfrm>
            <a:off x="28194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E</a:t>
            </a:r>
          </a:p>
        </p:txBody>
      </p:sp>
      <p:sp>
        <p:nvSpPr>
          <p:cNvPr id="81975" name="Oval 59">
            <a:extLst>
              <a:ext uri="{FF2B5EF4-FFF2-40B4-BE49-F238E27FC236}">
                <a16:creationId xmlns:a16="http://schemas.microsoft.com/office/drawing/2014/main" id="{2E83EAA9-0EC2-AC20-8607-9584BCCB2F38}"/>
              </a:ext>
            </a:extLst>
          </p:cNvPr>
          <p:cNvSpPr>
            <a:spLocks noChangeArrowheads="1"/>
          </p:cNvSpPr>
          <p:nvPr/>
        </p:nvSpPr>
        <p:spPr bwMode="auto">
          <a:xfrm>
            <a:off x="3276600" y="28956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D</a:t>
            </a:r>
          </a:p>
        </p:txBody>
      </p:sp>
      <p:sp>
        <p:nvSpPr>
          <p:cNvPr id="81976" name="Oval 60">
            <a:extLst>
              <a:ext uri="{FF2B5EF4-FFF2-40B4-BE49-F238E27FC236}">
                <a16:creationId xmlns:a16="http://schemas.microsoft.com/office/drawing/2014/main" id="{58C62377-F436-6C62-CEBC-53E78E19D160}"/>
              </a:ext>
            </a:extLst>
          </p:cNvPr>
          <p:cNvSpPr>
            <a:spLocks noChangeArrowheads="1"/>
          </p:cNvSpPr>
          <p:nvPr/>
        </p:nvSpPr>
        <p:spPr bwMode="auto">
          <a:xfrm>
            <a:off x="2743200" y="1905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C</a:t>
            </a:r>
          </a:p>
        </p:txBody>
      </p:sp>
      <p:sp>
        <p:nvSpPr>
          <p:cNvPr id="81977" name="Oval 61">
            <a:extLst>
              <a:ext uri="{FF2B5EF4-FFF2-40B4-BE49-F238E27FC236}">
                <a16:creationId xmlns:a16="http://schemas.microsoft.com/office/drawing/2014/main" id="{AEDFDF38-B073-73C2-1A9E-4796B4CDB6AB}"/>
              </a:ext>
            </a:extLst>
          </p:cNvPr>
          <p:cNvSpPr>
            <a:spLocks noChangeArrowheads="1"/>
          </p:cNvSpPr>
          <p:nvPr/>
        </p:nvSpPr>
        <p:spPr bwMode="auto">
          <a:xfrm>
            <a:off x="1524000" y="3810000"/>
            <a:ext cx="457200" cy="457200"/>
          </a:xfrm>
          <a:prstGeom prst="ellipse">
            <a:avLst/>
          </a:prstGeom>
          <a:solidFill>
            <a:srgbClr val="FF0000"/>
          </a:solidFill>
          <a:ln w="9525">
            <a:solidFill>
              <a:schemeClr val="tx1"/>
            </a:solidFill>
            <a:round/>
            <a:headEnd/>
            <a:tailEnd/>
          </a:ln>
        </p:spPr>
        <p:txBody>
          <a:bodyPr wrap="none" anchor="ct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b="1"/>
              <a:t>G</a:t>
            </a:r>
          </a:p>
        </p:txBody>
      </p:sp>
      <p:sp>
        <p:nvSpPr>
          <p:cNvPr id="81978" name="Line 64">
            <a:extLst>
              <a:ext uri="{FF2B5EF4-FFF2-40B4-BE49-F238E27FC236}">
                <a16:creationId xmlns:a16="http://schemas.microsoft.com/office/drawing/2014/main" id="{C290DBE2-1279-4BC4-0678-0A0466B2EFD8}"/>
              </a:ext>
            </a:extLst>
          </p:cNvPr>
          <p:cNvSpPr>
            <a:spLocks noChangeShapeType="1"/>
          </p:cNvSpPr>
          <p:nvPr/>
        </p:nvSpPr>
        <p:spPr bwMode="auto">
          <a:xfrm flipH="1" flipV="1">
            <a:off x="914400" y="3581400"/>
            <a:ext cx="609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79" name="Text Box 66">
            <a:extLst>
              <a:ext uri="{FF2B5EF4-FFF2-40B4-BE49-F238E27FC236}">
                <a16:creationId xmlns:a16="http://schemas.microsoft.com/office/drawing/2014/main" id="{E7FC07FA-AA68-685F-D284-A7E963E503CA}"/>
              </a:ext>
            </a:extLst>
          </p:cNvPr>
          <p:cNvSpPr txBox="1">
            <a:spLocks noChangeArrowheads="1"/>
          </p:cNvSpPr>
          <p:nvPr/>
        </p:nvSpPr>
        <p:spPr bwMode="auto">
          <a:xfrm>
            <a:off x="2111375" y="35163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2</a:t>
            </a:r>
          </a:p>
        </p:txBody>
      </p:sp>
      <p:sp>
        <p:nvSpPr>
          <p:cNvPr id="81980" name="Text Box 69">
            <a:extLst>
              <a:ext uri="{FF2B5EF4-FFF2-40B4-BE49-F238E27FC236}">
                <a16:creationId xmlns:a16="http://schemas.microsoft.com/office/drawing/2014/main" id="{6E28A6A4-B0B9-C890-7122-10939C8267CD}"/>
              </a:ext>
            </a:extLst>
          </p:cNvPr>
          <p:cNvSpPr txBox="1">
            <a:spLocks noChangeArrowheads="1"/>
          </p:cNvSpPr>
          <p:nvPr/>
        </p:nvSpPr>
        <p:spPr bwMode="auto">
          <a:xfrm>
            <a:off x="3200400" y="2362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81981" name="Text Box 71">
            <a:extLst>
              <a:ext uri="{FF2B5EF4-FFF2-40B4-BE49-F238E27FC236}">
                <a16:creationId xmlns:a16="http://schemas.microsoft.com/office/drawing/2014/main" id="{E3F00938-9E9D-7FB3-42F3-F3D0E49232E5}"/>
              </a:ext>
            </a:extLst>
          </p:cNvPr>
          <p:cNvSpPr txBox="1">
            <a:spLocks noChangeArrowheads="1"/>
          </p:cNvSpPr>
          <p:nvPr/>
        </p:nvSpPr>
        <p:spPr bwMode="auto">
          <a:xfrm>
            <a:off x="2330450" y="175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sp>
        <p:nvSpPr>
          <p:cNvPr id="81982" name="Text Box 75">
            <a:extLst>
              <a:ext uri="{FF2B5EF4-FFF2-40B4-BE49-F238E27FC236}">
                <a16:creationId xmlns:a16="http://schemas.microsoft.com/office/drawing/2014/main" id="{A671ADD1-E3E8-7AD4-E530-35BB8081CA7B}"/>
              </a:ext>
            </a:extLst>
          </p:cNvPr>
          <p:cNvSpPr txBox="1">
            <a:spLocks noChangeArrowheads="1"/>
          </p:cNvSpPr>
          <p:nvPr/>
        </p:nvSpPr>
        <p:spPr bwMode="auto">
          <a:xfrm>
            <a:off x="1055688" y="37242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3</a:t>
            </a:r>
          </a:p>
        </p:txBody>
      </p:sp>
      <p:graphicFrame>
        <p:nvGraphicFramePr>
          <p:cNvPr id="465998" name="Group 78">
            <a:extLst>
              <a:ext uri="{FF2B5EF4-FFF2-40B4-BE49-F238E27FC236}">
                <a16:creationId xmlns:a16="http://schemas.microsoft.com/office/drawing/2014/main" id="{2A9DB786-7DD7-ED08-C5D1-124DA4EC0849}"/>
              </a:ext>
            </a:extLst>
          </p:cNvPr>
          <p:cNvGraphicFramePr>
            <a:graphicFrameLocks noGrp="1"/>
          </p:cNvGraphicFramePr>
          <p:nvPr/>
        </p:nvGraphicFramePr>
        <p:xfrm>
          <a:off x="6248400" y="1968500"/>
          <a:ext cx="1600200" cy="2682872"/>
        </p:xfrm>
        <a:graphic>
          <a:graphicData uri="http://schemas.openxmlformats.org/drawingml/2006/table">
            <a:tbl>
              <a:tblPr/>
              <a:tblGrid>
                <a:gridCol w="6858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edge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rPr>
                        <a:t>d</a:t>
                      </a:r>
                      <a:r>
                        <a:rPr kumimoji="0" lang="en-US" sz="1600" b="1" i="1" u="none" strike="noStrike" cap="none" normalizeH="0" baseline="-25000">
                          <a:ln>
                            <a:noFill/>
                          </a:ln>
                          <a:solidFill>
                            <a:schemeClr val="tx1"/>
                          </a:solidFill>
                          <a:effectLst/>
                          <a:latin typeface="Times New Roman" pitchFamily="18" charset="0"/>
                        </a:rPr>
                        <a:t>v</a:t>
                      </a: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(B,E)</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endParaRPr kumimoji="0" lang="en-US" sz="1600" b="0" i="0" u="none" strike="noStrike" cap="none" normalizeH="0" baseline="0">
                        <a:ln>
                          <a:noFill/>
                        </a:ln>
                        <a:solidFill>
                          <a:schemeClr val="tx1"/>
                        </a:solidFill>
                        <a:effectLst/>
                        <a:latin typeface="Times New Roman" pitchFamily="18" charset="0"/>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(B,H)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(A,H)</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8" charset="0"/>
                          <a:sym typeface="Symbol" pitchFamily="18" charset="2"/>
                        </a:rPr>
                        <a:t></a:t>
                      </a: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(D,F)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(A,B)</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3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(A,F)</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sym typeface="Symbol" pitchFamily="18" charset="2"/>
                        </a:rPr>
                        <a:t>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8" charset="0"/>
                        <a:sym typeface="Symbol" pitchFamily="18" charset="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2021" name="Text Box 116">
            <a:extLst>
              <a:ext uri="{FF2B5EF4-FFF2-40B4-BE49-F238E27FC236}">
                <a16:creationId xmlns:a16="http://schemas.microsoft.com/office/drawing/2014/main" id="{D54E5C11-C2A7-2666-0907-1968C6A448CD}"/>
              </a:ext>
            </a:extLst>
          </p:cNvPr>
          <p:cNvSpPr txBox="1">
            <a:spLocks noChangeArrowheads="1"/>
          </p:cNvSpPr>
          <p:nvPr/>
        </p:nvSpPr>
        <p:spPr bwMode="auto">
          <a:xfrm>
            <a:off x="4572000" y="4648200"/>
            <a:ext cx="28956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t>Done</a:t>
            </a:r>
          </a:p>
          <a:p>
            <a:pPr eaLnBrk="1" hangingPunct="1">
              <a:spcBef>
                <a:spcPct val="50000"/>
              </a:spcBef>
              <a:buFontTx/>
              <a:buNone/>
            </a:pPr>
            <a:r>
              <a:rPr lang="en-US" altLang="en-US" b="1"/>
              <a:t>Total Cost =</a:t>
            </a:r>
            <a:r>
              <a:rPr lang="en-US" altLang="en-US" sz="2400" b="1"/>
              <a:t> </a:t>
            </a:r>
            <a:r>
              <a:rPr lang="en-US" altLang="en-US" sz="2400" b="1">
                <a:sym typeface="Symbol" panose="05050102010706020507" pitchFamily="18" charset="2"/>
              </a:rPr>
              <a:t> </a:t>
            </a:r>
            <a:r>
              <a:rPr lang="en-US" altLang="en-US" b="1" i="1"/>
              <a:t>d</a:t>
            </a:r>
            <a:r>
              <a:rPr lang="en-US" altLang="en-US" b="1" i="1" baseline="-25000"/>
              <a:t>v </a:t>
            </a:r>
            <a:r>
              <a:rPr lang="en-US" altLang="en-US" b="1" i="1"/>
              <a:t>= 21</a:t>
            </a:r>
          </a:p>
          <a:p>
            <a:pPr eaLnBrk="1" hangingPunct="1">
              <a:spcBef>
                <a:spcPct val="50000"/>
              </a:spcBef>
              <a:buFontTx/>
              <a:buNone/>
            </a:pPr>
            <a:endParaRPr lang="en-US" altLang="en-US" b="1"/>
          </a:p>
        </p:txBody>
      </p:sp>
      <p:sp>
        <p:nvSpPr>
          <p:cNvPr id="82022" name="Text Box 117">
            <a:extLst>
              <a:ext uri="{FF2B5EF4-FFF2-40B4-BE49-F238E27FC236}">
                <a16:creationId xmlns:a16="http://schemas.microsoft.com/office/drawing/2014/main" id="{093D0D51-5C46-62B5-659B-9C2AB9ED1DE6}"/>
              </a:ext>
            </a:extLst>
          </p:cNvPr>
          <p:cNvSpPr txBox="1">
            <a:spLocks noChangeArrowheads="1"/>
          </p:cNvSpPr>
          <p:nvPr/>
        </p:nvSpPr>
        <p:spPr bwMode="auto">
          <a:xfrm>
            <a:off x="2274888" y="25368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b="1"/>
              <a:t>4</a:t>
            </a:r>
          </a:p>
        </p:txBody>
      </p:sp>
      <p:sp>
        <p:nvSpPr>
          <p:cNvPr id="82023" name="Text Box 118">
            <a:extLst>
              <a:ext uri="{FF2B5EF4-FFF2-40B4-BE49-F238E27FC236}">
                <a16:creationId xmlns:a16="http://schemas.microsoft.com/office/drawing/2014/main" id="{ACAB0117-B7C0-203A-FDA9-BB1E5D723092}"/>
              </a:ext>
            </a:extLst>
          </p:cNvPr>
          <p:cNvSpPr txBox="1">
            <a:spLocks noChangeArrowheads="1"/>
          </p:cNvSpPr>
          <p:nvPr/>
        </p:nvSpPr>
        <p:spPr bwMode="auto">
          <a:xfrm>
            <a:off x="7772400" y="3473450"/>
            <a:ext cx="4572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6600">
                <a:cs typeface="Times New Roman" panose="02020603050405020304" pitchFamily="18" charset="0"/>
              </a:rPr>
              <a:t>}</a:t>
            </a:r>
            <a:endParaRPr lang="en-US" altLang="en-US" sz="6600"/>
          </a:p>
        </p:txBody>
      </p:sp>
      <p:sp>
        <p:nvSpPr>
          <p:cNvPr id="82024" name="Text Box 119">
            <a:extLst>
              <a:ext uri="{FF2B5EF4-FFF2-40B4-BE49-F238E27FC236}">
                <a16:creationId xmlns:a16="http://schemas.microsoft.com/office/drawing/2014/main" id="{4173ECE8-CBD2-EB20-8177-E073C287685B}"/>
              </a:ext>
            </a:extLst>
          </p:cNvPr>
          <p:cNvSpPr txBox="1">
            <a:spLocks noChangeArrowheads="1"/>
          </p:cNvSpPr>
          <p:nvPr/>
        </p:nvSpPr>
        <p:spPr bwMode="auto">
          <a:xfrm>
            <a:off x="8020050" y="3830638"/>
            <a:ext cx="990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defRPr>
            </a:lvl1pPr>
            <a:lvl2pPr marL="742950" indent="-285750" eaLnBrk="0" hangingPunct="0">
              <a:defRPr sz="2000">
                <a:solidFill>
                  <a:schemeClr val="tx1"/>
                </a:solidFill>
                <a:latin typeface="Times New Roman" panose="02020603050405020304" pitchFamily="18" charset="0"/>
              </a:defRPr>
            </a:lvl2pPr>
            <a:lvl3pPr marL="1143000" indent="-228600" eaLnBrk="0" hangingPunct="0">
              <a:defRPr sz="2000">
                <a:solidFill>
                  <a:schemeClr val="tx1"/>
                </a:solidFill>
                <a:latin typeface="Times New Roman" panose="02020603050405020304" pitchFamily="18" charset="0"/>
              </a:defRPr>
            </a:lvl3pPr>
            <a:lvl4pPr marL="1600200" indent="-228600" eaLnBrk="0" hangingPunct="0">
              <a:defRPr sz="2000">
                <a:solidFill>
                  <a:schemeClr val="tx1"/>
                </a:solidFill>
                <a:latin typeface="Times New Roman" panose="02020603050405020304" pitchFamily="18" charset="0"/>
              </a:defRPr>
            </a:lvl4pPr>
            <a:lvl5pPr marL="2057400" indent="-228600" eaLnBrk="0" hangingPunct="0">
              <a:defRPr sz="2000">
                <a:solidFill>
                  <a:schemeClr val="tx1"/>
                </a:solidFill>
                <a:latin typeface="Times New Roman" panose="02020603050405020304" pitchFamily="18" charset="0"/>
              </a:defRPr>
            </a:lvl5pPr>
            <a:lvl6pPr marL="25146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ctr"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t>not </a:t>
            </a:r>
          </a:p>
          <a:p>
            <a:pPr eaLnBrk="1" hangingPunct="1">
              <a:spcBef>
                <a:spcPct val="0"/>
              </a:spcBef>
              <a:buFontTx/>
              <a:buNone/>
            </a:pPr>
            <a:r>
              <a:rPr lang="en-US" altLang="en-US" sz="1400"/>
              <a:t>considered</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a:extLst>
              <a:ext uri="{FF2B5EF4-FFF2-40B4-BE49-F238E27FC236}">
                <a16:creationId xmlns:a16="http://schemas.microsoft.com/office/drawing/2014/main" id="{152AA4CB-AE5A-39B5-51FB-8FC664F2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649" t="29167" r="40263" b="48152"/>
          <a:stretch>
            <a:fillRect/>
          </a:stretch>
        </p:blipFill>
        <p:spPr bwMode="auto">
          <a:xfrm>
            <a:off x="0" y="762000"/>
            <a:ext cx="91440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a:extLst>
              <a:ext uri="{FF2B5EF4-FFF2-40B4-BE49-F238E27FC236}">
                <a16:creationId xmlns:a16="http://schemas.microsoft.com/office/drawing/2014/main" id="{8F004B30-007C-A3BF-3E5A-A797FF0C9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649" t="56049" r="41681" b="25471"/>
          <a:stretch>
            <a:fillRect/>
          </a:stretch>
        </p:blipFill>
        <p:spPr bwMode="auto">
          <a:xfrm>
            <a:off x="0" y="3886200"/>
            <a:ext cx="4953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1" name="Picture 2">
            <a:extLst>
              <a:ext uri="{FF2B5EF4-FFF2-40B4-BE49-F238E27FC236}">
                <a16:creationId xmlns:a16="http://schemas.microsoft.com/office/drawing/2014/main" id="{FEA210BC-4895-1880-AEBA-03CD7315D2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649" t="29167" r="40263" b="48152"/>
          <a:stretch>
            <a:fillRect/>
          </a:stretch>
        </p:blipFill>
        <p:spPr bwMode="auto">
          <a:xfrm>
            <a:off x="0" y="0"/>
            <a:ext cx="5613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2" name="Picture 2">
            <a:extLst>
              <a:ext uri="{FF2B5EF4-FFF2-40B4-BE49-F238E27FC236}">
                <a16:creationId xmlns:a16="http://schemas.microsoft.com/office/drawing/2014/main" id="{5D4817BA-E841-D20F-8261-D92D231DC6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403" t="51848" r="58817" b="41432"/>
          <a:stretch>
            <a:fillRect/>
          </a:stretch>
        </p:blipFill>
        <p:spPr bwMode="auto">
          <a:xfrm>
            <a:off x="0" y="3124200"/>
            <a:ext cx="495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3">
            <a:extLst>
              <a:ext uri="{FF2B5EF4-FFF2-40B4-BE49-F238E27FC236}">
                <a16:creationId xmlns:a16="http://schemas.microsoft.com/office/drawing/2014/main" id="{0EC983D0-9CEC-458B-452B-B58741060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760" t="18750" r="44144" b="34375"/>
          <a:stretch>
            <a:fillRect/>
          </a:stretch>
        </p:blipFill>
        <p:spPr bwMode="auto">
          <a:xfrm>
            <a:off x="0" y="0"/>
            <a:ext cx="9126538"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2562</TotalTime>
  <Words>3958</Words>
  <Application>Microsoft Office PowerPoint</Application>
  <PresentationFormat>On-screen Show (4:3)</PresentationFormat>
  <Paragraphs>1838</Paragraphs>
  <Slides>83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Consolas</vt:lpstr>
      <vt:lpstr>Times New Roman</vt:lpstr>
      <vt:lpstr>Wingdings</vt:lpstr>
      <vt:lpstr>Default Design</vt:lpstr>
      <vt:lpstr>Graph Data Structure</vt:lpstr>
      <vt:lpstr>Graph</vt:lpstr>
      <vt:lpstr>PowerPoint Presentation</vt:lpstr>
      <vt:lpstr>GRAPH</vt:lpstr>
      <vt:lpstr>Representation</vt:lpstr>
      <vt:lpstr>Vertex</vt:lpstr>
      <vt:lpstr>Edge</vt:lpstr>
      <vt:lpstr>Adjacency</vt:lpstr>
      <vt:lpstr>Path</vt:lpstr>
      <vt:lpstr>Spanning Tree</vt:lpstr>
      <vt:lpstr>Definition</vt:lpstr>
      <vt:lpstr>Example</vt:lpstr>
      <vt:lpstr>Rules</vt:lpstr>
      <vt:lpstr>General Properties of Spanning Tree</vt:lpstr>
      <vt:lpstr>Application of Spanning Tree </vt:lpstr>
      <vt:lpstr>Minimum Spanning Trees</vt:lpstr>
      <vt:lpstr>Definition</vt:lpstr>
      <vt:lpstr>Prim's Spanning Tree</vt:lpstr>
      <vt:lpstr>PowerPoint Presentation</vt:lpstr>
      <vt:lpstr>PowerPoint Presentation</vt:lpstr>
      <vt:lpstr>PowerPoint Presentation</vt:lpstr>
      <vt:lpstr>Example</vt:lpstr>
      <vt:lpstr>Step 1 - Remove all loops and parallel edges </vt:lpstr>
      <vt:lpstr>Step 2 - Choose any arbitrary node as root node</vt:lpstr>
      <vt:lpstr>Step 3 - Check outgoing edges and select the one with less cost </vt:lpstr>
      <vt:lpstr>PowerPoint Presentation</vt:lpstr>
      <vt:lpstr>PowerPoint Presentation</vt:lpstr>
      <vt:lpstr>PowerPoint Presentation</vt:lpstr>
      <vt:lpstr>Application</vt:lpstr>
      <vt:lpstr>Kruskal's Spanning Tree</vt:lpstr>
      <vt:lpstr>Kruskal’s Algorithm </vt:lpstr>
      <vt:lpstr>Example</vt:lpstr>
      <vt:lpstr>Step 1 - Remove all loops and Parallel Edges</vt:lpstr>
      <vt:lpstr>PowerPoint Presentation</vt:lpstr>
      <vt:lpstr>Step 2 - Arrange all edges in their increasing order of weight</vt:lpstr>
      <vt:lpstr>Step 3 - Add the edge which has the least weightage</vt:lpstr>
      <vt:lpstr>PowerPoint Presentation</vt:lpstr>
      <vt:lpstr>Next cost in the table is 4, and we observe that adding it will create a circuit in the graph. </vt:lpstr>
      <vt:lpstr>PowerPoint Presentation</vt:lpstr>
      <vt:lpstr>PowerPoint Presentation</vt:lpstr>
      <vt:lpstr>By adding edge S,A we have included all the nodes of the graph and we now have minimum cost spanning tree.</vt:lpstr>
      <vt:lpstr>Algorithm Characteristics</vt:lpstr>
      <vt:lpstr>Prim’s Algorithm</vt:lpstr>
      <vt:lpstr>Walk-Through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AjayRastogi</dc:creator>
  <cp:lastModifiedBy>Ajay Rastogy</cp:lastModifiedBy>
  <cp:revision>130</cp:revision>
  <dcterms:created xsi:type="dcterms:W3CDTF">1601-01-01T00:00:00Z</dcterms:created>
  <dcterms:modified xsi:type="dcterms:W3CDTF">2023-02-21T10:54:55Z</dcterms:modified>
</cp:coreProperties>
</file>